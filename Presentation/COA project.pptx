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0" r:id="rId1"/>
  </p:sldMasterIdLst>
  <p:notesMasterIdLst>
    <p:notesMasterId r:id="rId27"/>
  </p:notesMasterIdLst>
  <p:sldIdLst>
    <p:sldId id="256" r:id="rId2"/>
    <p:sldId id="257" r:id="rId3"/>
    <p:sldId id="259" r:id="rId4"/>
    <p:sldId id="260" r:id="rId5"/>
    <p:sldId id="311" r:id="rId6"/>
    <p:sldId id="258" r:id="rId7"/>
    <p:sldId id="307" r:id="rId8"/>
    <p:sldId id="308" r:id="rId9"/>
    <p:sldId id="309" r:id="rId10"/>
    <p:sldId id="310" r:id="rId11"/>
    <p:sldId id="312" r:id="rId12"/>
    <p:sldId id="316" r:id="rId13"/>
    <p:sldId id="317" r:id="rId14"/>
    <p:sldId id="318" r:id="rId15"/>
    <p:sldId id="319" r:id="rId16"/>
    <p:sldId id="320" r:id="rId17"/>
    <p:sldId id="313" r:id="rId18"/>
    <p:sldId id="315" r:id="rId19"/>
    <p:sldId id="326" r:id="rId20"/>
    <p:sldId id="314" r:id="rId21"/>
    <p:sldId id="327" r:id="rId22"/>
    <p:sldId id="328" r:id="rId23"/>
    <p:sldId id="321" r:id="rId24"/>
    <p:sldId id="323" r:id="rId25"/>
    <p:sldId id="329" r:id="rId26"/>
  </p:sldIdLst>
  <p:sldSz cx="9144000" cy="5143500" type="screen16x9"/>
  <p:notesSz cx="6858000" cy="9144000"/>
  <p:embeddedFontLst>
    <p:embeddedFont>
      <p:font typeface="IBM Plex Mono" panose="020B0509050203000203" pitchFamily="49" charset="0"/>
      <p:regular r:id="rId28"/>
      <p:bold r:id="rId29"/>
      <p:italic r:id="rId30"/>
      <p:boldItalic r:id="rId31"/>
    </p:embeddedFont>
    <p:embeddedFont>
      <p:font typeface="IBM Plex Mono Medium" panose="020B0609050203000203" pitchFamily="49" charset="0"/>
      <p:regular r:id="rId32"/>
      <p:bold r:id="rId33"/>
      <p:italic r:id="rId34"/>
      <p:boldItalic r:id="rId35"/>
    </p:embeddedFont>
    <p:embeddedFont>
      <p:font typeface="Poppins" panose="00000500000000000000" pitchFamily="2" charset="0"/>
      <p:regular r:id="rId36"/>
      <p:bold r:id="rId37"/>
      <p:italic r:id="rId38"/>
      <p:boldItalic r:id="rId39"/>
    </p:embeddedFont>
    <p:embeddedFont>
      <p:font typeface="Roboto Condensed Light" panose="020F0502020204030204" pitchFamily="2" charset="0"/>
      <p:regular r:id="rId40"/>
      <p:italic r:id="rId41"/>
    </p:embeddedFont>
    <p:embeddedFont>
      <p:font typeface="Segoe UI" panose="020B0502040204020203" pitchFamily="34" charset="0"/>
      <p:regular r:id="rId42"/>
      <p:bold r:id="rId43"/>
      <p:italic r:id="rId44"/>
      <p:boldItalic r:id="rId45"/>
    </p:embeddedFont>
    <p:embeddedFont>
      <p:font typeface="Source Code Pro" panose="020F0502020204030204" pitchFamily="49" charset="0"/>
      <p:regular r:id="rId46"/>
      <p:bold r:id="rId47"/>
      <p:italic r:id="rId48"/>
      <p:boldItalic r:id="rId4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F4739CA-06F3-41FD-9522-11B7A530D618}">
  <a:tblStyle styleId="{8F4739CA-06F3-41FD-9522-11B7A530D618}"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651" autoAdjust="0"/>
    <p:restoredTop sz="94660"/>
  </p:normalViewPr>
  <p:slideViewPr>
    <p:cSldViewPr snapToGrid="0">
      <p:cViewPr varScale="1">
        <p:scale>
          <a:sx n="78" d="100"/>
          <a:sy n="78" d="100"/>
        </p:scale>
        <p:origin x="1572"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2.fntdata"/><Relationship Id="rId21" Type="http://schemas.openxmlformats.org/officeDocument/2006/relationships/slide" Target="slides/slide20.xml"/><Relationship Id="rId34" Type="http://schemas.openxmlformats.org/officeDocument/2006/relationships/font" Target="fonts/font7.fntdata"/><Relationship Id="rId42" Type="http://schemas.openxmlformats.org/officeDocument/2006/relationships/font" Target="fonts/font15.fntdata"/><Relationship Id="rId47" Type="http://schemas.openxmlformats.org/officeDocument/2006/relationships/font" Target="fonts/font20.fntdata"/><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2.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font" Target="fonts/font13.fntdata"/><Relationship Id="rId45" Type="http://schemas.openxmlformats.org/officeDocument/2006/relationships/font" Target="fonts/font18.fntdata"/><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4" Type="http://schemas.openxmlformats.org/officeDocument/2006/relationships/font" Target="fonts/font17.fntdata"/><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43" Type="http://schemas.openxmlformats.org/officeDocument/2006/relationships/font" Target="fonts/font16.fntdata"/><Relationship Id="rId48" Type="http://schemas.openxmlformats.org/officeDocument/2006/relationships/font" Target="fonts/font21.fntdata"/><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font" Target="fonts/font11.fntdata"/><Relationship Id="rId46" Type="http://schemas.openxmlformats.org/officeDocument/2006/relationships/font" Target="fonts/font19.fntdata"/><Relationship Id="rId20" Type="http://schemas.openxmlformats.org/officeDocument/2006/relationships/slide" Target="slides/slide19.xml"/><Relationship Id="rId41" Type="http://schemas.openxmlformats.org/officeDocument/2006/relationships/font" Target="fonts/font14.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49" Type="http://schemas.openxmlformats.org/officeDocument/2006/relationships/font" Target="fonts/font2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7"/>
        <p:cNvGrpSpPr/>
        <p:nvPr/>
      </p:nvGrpSpPr>
      <p:grpSpPr>
        <a:xfrm>
          <a:off x="0" y="0"/>
          <a:ext cx="0" cy="0"/>
          <a:chOff x="0" y="0"/>
          <a:chExt cx="0" cy="0"/>
        </a:xfrm>
      </p:grpSpPr>
      <p:sp>
        <p:nvSpPr>
          <p:cNvPr id="1428" name="Google Shape;1428;gd1bf8d60a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9" name="Google Shape;1429;gd1bf8d60a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4"/>
        <p:cNvGrpSpPr/>
        <p:nvPr/>
      </p:nvGrpSpPr>
      <p:grpSpPr>
        <a:xfrm>
          <a:off x="0" y="0"/>
          <a:ext cx="0" cy="0"/>
          <a:chOff x="0" y="0"/>
          <a:chExt cx="0" cy="0"/>
        </a:xfrm>
      </p:grpSpPr>
      <p:sp>
        <p:nvSpPr>
          <p:cNvPr id="1455" name="Google Shape;1455;g24ed99bf1a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6" name="Google Shape;1456;g24ed99bf1a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0"/>
        <p:cNvGrpSpPr/>
        <p:nvPr/>
      </p:nvGrpSpPr>
      <p:grpSpPr>
        <a:xfrm>
          <a:off x="0" y="0"/>
          <a:ext cx="0" cy="0"/>
          <a:chOff x="0" y="0"/>
          <a:chExt cx="0" cy="0"/>
        </a:xfrm>
      </p:grpSpPr>
      <p:sp>
        <p:nvSpPr>
          <p:cNvPr id="1481" name="Google Shape;1481;g24e6b4d5c3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2" name="Google Shape;1482;g24e6b4d5c3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7"/>
        <p:cNvGrpSpPr/>
        <p:nvPr/>
      </p:nvGrpSpPr>
      <p:grpSpPr>
        <a:xfrm>
          <a:off x="0" y="0"/>
          <a:ext cx="0" cy="0"/>
          <a:chOff x="0" y="0"/>
          <a:chExt cx="0" cy="0"/>
        </a:xfrm>
      </p:grpSpPr>
      <p:sp>
        <p:nvSpPr>
          <p:cNvPr id="1528" name="Google Shape;1528;g24ed99bf1a4_0_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9" name="Google Shape;1529;g24ed99bf1a4_0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0">
          <a:extLst>
            <a:ext uri="{FF2B5EF4-FFF2-40B4-BE49-F238E27FC236}">
              <a16:creationId xmlns:a16="http://schemas.microsoft.com/office/drawing/2014/main" id="{05ACF5A9-BEAC-C0EC-D034-A2B571FE4D7C}"/>
            </a:ext>
          </a:extLst>
        </p:cNvPr>
        <p:cNvGrpSpPr/>
        <p:nvPr/>
      </p:nvGrpSpPr>
      <p:grpSpPr>
        <a:xfrm>
          <a:off x="0" y="0"/>
          <a:ext cx="0" cy="0"/>
          <a:chOff x="0" y="0"/>
          <a:chExt cx="0" cy="0"/>
        </a:xfrm>
      </p:grpSpPr>
      <p:sp>
        <p:nvSpPr>
          <p:cNvPr id="1481" name="Google Shape;1481;g24e6b4d5c31_0_0:notes">
            <a:extLst>
              <a:ext uri="{FF2B5EF4-FFF2-40B4-BE49-F238E27FC236}">
                <a16:creationId xmlns:a16="http://schemas.microsoft.com/office/drawing/2014/main" id="{1A539554-D338-DE62-466B-0E5A9D9CBBA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2" name="Google Shape;1482;g24e6b4d5c31_0_0:notes">
            <a:extLst>
              <a:ext uri="{FF2B5EF4-FFF2-40B4-BE49-F238E27FC236}">
                <a16:creationId xmlns:a16="http://schemas.microsoft.com/office/drawing/2014/main" id="{B8091BD2-F068-AF71-6227-CE181593E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859076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3"/>
        <p:cNvGrpSpPr/>
        <p:nvPr/>
      </p:nvGrpSpPr>
      <p:grpSpPr>
        <a:xfrm>
          <a:off x="0" y="0"/>
          <a:ext cx="0" cy="0"/>
          <a:chOff x="0" y="0"/>
          <a:chExt cx="0" cy="0"/>
        </a:xfrm>
      </p:grpSpPr>
      <p:sp>
        <p:nvSpPr>
          <p:cNvPr id="1464" name="Google Shape;1464;g24e5c2c9e45_0_1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5" name="Google Shape;1465;g24e5c2c9e45_0_1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3">
          <a:extLst>
            <a:ext uri="{FF2B5EF4-FFF2-40B4-BE49-F238E27FC236}">
              <a16:creationId xmlns:a16="http://schemas.microsoft.com/office/drawing/2014/main" id="{637BD7D9-C8BD-9DE3-6188-ED2B4EBFBC80}"/>
            </a:ext>
          </a:extLst>
        </p:cNvPr>
        <p:cNvGrpSpPr/>
        <p:nvPr/>
      </p:nvGrpSpPr>
      <p:grpSpPr>
        <a:xfrm>
          <a:off x="0" y="0"/>
          <a:ext cx="0" cy="0"/>
          <a:chOff x="0" y="0"/>
          <a:chExt cx="0" cy="0"/>
        </a:xfrm>
      </p:grpSpPr>
      <p:sp>
        <p:nvSpPr>
          <p:cNvPr id="1464" name="Google Shape;1464;g24e5c2c9e45_0_138:notes">
            <a:extLst>
              <a:ext uri="{FF2B5EF4-FFF2-40B4-BE49-F238E27FC236}">
                <a16:creationId xmlns:a16="http://schemas.microsoft.com/office/drawing/2014/main" id="{1BA27716-88BF-F837-2033-A0D86D7C19A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5" name="Google Shape;1465;g24e5c2c9e45_0_138:notes">
            <a:extLst>
              <a:ext uri="{FF2B5EF4-FFF2-40B4-BE49-F238E27FC236}">
                <a16:creationId xmlns:a16="http://schemas.microsoft.com/office/drawing/2014/main" id="{75BEBAC8-F0BB-33B3-792F-444BD7BCD69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061968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3">
          <a:extLst>
            <a:ext uri="{FF2B5EF4-FFF2-40B4-BE49-F238E27FC236}">
              <a16:creationId xmlns:a16="http://schemas.microsoft.com/office/drawing/2014/main" id="{9639BDCC-933A-6E1B-2393-5B53CBDD4BE8}"/>
            </a:ext>
          </a:extLst>
        </p:cNvPr>
        <p:cNvGrpSpPr/>
        <p:nvPr/>
      </p:nvGrpSpPr>
      <p:grpSpPr>
        <a:xfrm>
          <a:off x="0" y="0"/>
          <a:ext cx="0" cy="0"/>
          <a:chOff x="0" y="0"/>
          <a:chExt cx="0" cy="0"/>
        </a:xfrm>
      </p:grpSpPr>
      <p:sp>
        <p:nvSpPr>
          <p:cNvPr id="1464" name="Google Shape;1464;g24e5c2c9e45_0_138:notes">
            <a:extLst>
              <a:ext uri="{FF2B5EF4-FFF2-40B4-BE49-F238E27FC236}">
                <a16:creationId xmlns:a16="http://schemas.microsoft.com/office/drawing/2014/main" id="{4C7D3085-9339-D974-FCB7-291BD05A65B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5" name="Google Shape;1465;g24e5c2c9e45_0_138:notes">
            <a:extLst>
              <a:ext uri="{FF2B5EF4-FFF2-40B4-BE49-F238E27FC236}">
                <a16:creationId xmlns:a16="http://schemas.microsoft.com/office/drawing/2014/main" id="{62B310D6-8DB3-4ADE-56F1-8793B35A63A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669926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0">
          <a:extLst>
            <a:ext uri="{FF2B5EF4-FFF2-40B4-BE49-F238E27FC236}">
              <a16:creationId xmlns:a16="http://schemas.microsoft.com/office/drawing/2014/main" id="{E73002C9-8B06-930D-7AFE-ECF08FE087C3}"/>
            </a:ext>
          </a:extLst>
        </p:cNvPr>
        <p:cNvGrpSpPr/>
        <p:nvPr/>
      </p:nvGrpSpPr>
      <p:grpSpPr>
        <a:xfrm>
          <a:off x="0" y="0"/>
          <a:ext cx="0" cy="0"/>
          <a:chOff x="0" y="0"/>
          <a:chExt cx="0" cy="0"/>
        </a:xfrm>
      </p:grpSpPr>
      <p:sp>
        <p:nvSpPr>
          <p:cNvPr id="1481" name="Google Shape;1481;g24e6b4d5c31_0_0:notes">
            <a:extLst>
              <a:ext uri="{FF2B5EF4-FFF2-40B4-BE49-F238E27FC236}">
                <a16:creationId xmlns:a16="http://schemas.microsoft.com/office/drawing/2014/main" id="{FBBF56D5-ED04-8C00-3216-22E851CAE4E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2" name="Google Shape;1482;g24e6b4d5c31_0_0:notes">
            <a:extLst>
              <a:ext uri="{FF2B5EF4-FFF2-40B4-BE49-F238E27FC236}">
                <a16:creationId xmlns:a16="http://schemas.microsoft.com/office/drawing/2014/main" id="{C5B1DFB7-69C7-FE68-C61B-75D02AFCE6D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203290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7">
          <a:extLst>
            <a:ext uri="{FF2B5EF4-FFF2-40B4-BE49-F238E27FC236}">
              <a16:creationId xmlns:a16="http://schemas.microsoft.com/office/drawing/2014/main" id="{09EE7306-965E-C2C5-1E3B-51ED9D8C69B8}"/>
            </a:ext>
          </a:extLst>
        </p:cNvPr>
        <p:cNvGrpSpPr/>
        <p:nvPr/>
      </p:nvGrpSpPr>
      <p:grpSpPr>
        <a:xfrm>
          <a:off x="0" y="0"/>
          <a:ext cx="0" cy="0"/>
          <a:chOff x="0" y="0"/>
          <a:chExt cx="0" cy="0"/>
        </a:xfrm>
      </p:grpSpPr>
      <p:sp>
        <p:nvSpPr>
          <p:cNvPr id="1528" name="Google Shape;1528;g24ed99bf1a4_0_71:notes">
            <a:extLst>
              <a:ext uri="{FF2B5EF4-FFF2-40B4-BE49-F238E27FC236}">
                <a16:creationId xmlns:a16="http://schemas.microsoft.com/office/drawing/2014/main" id="{F4F882BE-70B8-C5DA-68D7-1EB086EADE9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9" name="Google Shape;1529;g24ed99bf1a4_0_71:notes">
            <a:extLst>
              <a:ext uri="{FF2B5EF4-FFF2-40B4-BE49-F238E27FC236}">
                <a16:creationId xmlns:a16="http://schemas.microsoft.com/office/drawing/2014/main" id="{78A8EF31-8359-EEF5-8720-3FE21765729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696882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7">
          <a:extLst>
            <a:ext uri="{FF2B5EF4-FFF2-40B4-BE49-F238E27FC236}">
              <a16:creationId xmlns:a16="http://schemas.microsoft.com/office/drawing/2014/main" id="{3B315826-32BE-7A3C-2027-3ADE2CAC0735}"/>
            </a:ext>
          </a:extLst>
        </p:cNvPr>
        <p:cNvGrpSpPr/>
        <p:nvPr/>
      </p:nvGrpSpPr>
      <p:grpSpPr>
        <a:xfrm>
          <a:off x="0" y="0"/>
          <a:ext cx="0" cy="0"/>
          <a:chOff x="0" y="0"/>
          <a:chExt cx="0" cy="0"/>
        </a:xfrm>
      </p:grpSpPr>
      <p:sp>
        <p:nvSpPr>
          <p:cNvPr id="1528" name="Google Shape;1528;g24ed99bf1a4_0_71:notes">
            <a:extLst>
              <a:ext uri="{FF2B5EF4-FFF2-40B4-BE49-F238E27FC236}">
                <a16:creationId xmlns:a16="http://schemas.microsoft.com/office/drawing/2014/main" id="{EFACB7E0-EC6E-7374-4D9A-CAAD121D2F4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9" name="Google Shape;1529;g24ed99bf1a4_0_71:notes">
            <a:extLst>
              <a:ext uri="{FF2B5EF4-FFF2-40B4-BE49-F238E27FC236}">
                <a16:creationId xmlns:a16="http://schemas.microsoft.com/office/drawing/2014/main" id="{CDE3CCE3-E6AD-3B12-7899-4E01EA76DC2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122640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7">
          <a:extLst>
            <a:ext uri="{FF2B5EF4-FFF2-40B4-BE49-F238E27FC236}">
              <a16:creationId xmlns:a16="http://schemas.microsoft.com/office/drawing/2014/main" id="{F1DBAAA4-767D-5B7F-DDCB-D228DE72E5C4}"/>
            </a:ext>
          </a:extLst>
        </p:cNvPr>
        <p:cNvGrpSpPr/>
        <p:nvPr/>
      </p:nvGrpSpPr>
      <p:grpSpPr>
        <a:xfrm>
          <a:off x="0" y="0"/>
          <a:ext cx="0" cy="0"/>
          <a:chOff x="0" y="0"/>
          <a:chExt cx="0" cy="0"/>
        </a:xfrm>
      </p:grpSpPr>
      <p:sp>
        <p:nvSpPr>
          <p:cNvPr id="1528" name="Google Shape;1528;g24ed99bf1a4_0_71:notes">
            <a:extLst>
              <a:ext uri="{FF2B5EF4-FFF2-40B4-BE49-F238E27FC236}">
                <a16:creationId xmlns:a16="http://schemas.microsoft.com/office/drawing/2014/main" id="{B8959F9F-EB10-628F-63DF-73B8EDC1585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9" name="Google Shape;1529;g24ed99bf1a4_0_71:notes">
            <a:extLst>
              <a:ext uri="{FF2B5EF4-FFF2-40B4-BE49-F238E27FC236}">
                <a16:creationId xmlns:a16="http://schemas.microsoft.com/office/drawing/2014/main" id="{10964F0E-6F90-2C9C-C357-2CFEAA61886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394037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7">
          <a:extLst>
            <a:ext uri="{FF2B5EF4-FFF2-40B4-BE49-F238E27FC236}">
              <a16:creationId xmlns:a16="http://schemas.microsoft.com/office/drawing/2014/main" id="{C54DA458-1A18-2883-775C-47C7EC77EA69}"/>
            </a:ext>
          </a:extLst>
        </p:cNvPr>
        <p:cNvGrpSpPr/>
        <p:nvPr/>
      </p:nvGrpSpPr>
      <p:grpSpPr>
        <a:xfrm>
          <a:off x="0" y="0"/>
          <a:ext cx="0" cy="0"/>
          <a:chOff x="0" y="0"/>
          <a:chExt cx="0" cy="0"/>
        </a:xfrm>
      </p:grpSpPr>
      <p:sp>
        <p:nvSpPr>
          <p:cNvPr id="1528" name="Google Shape;1528;g24ed99bf1a4_0_71:notes">
            <a:extLst>
              <a:ext uri="{FF2B5EF4-FFF2-40B4-BE49-F238E27FC236}">
                <a16:creationId xmlns:a16="http://schemas.microsoft.com/office/drawing/2014/main" id="{F8675BAC-8F5B-73F6-40A1-A721F421F68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9" name="Google Shape;1529;g24ed99bf1a4_0_71:notes">
            <a:extLst>
              <a:ext uri="{FF2B5EF4-FFF2-40B4-BE49-F238E27FC236}">
                <a16:creationId xmlns:a16="http://schemas.microsoft.com/office/drawing/2014/main" id="{291DA710-2FD4-74AF-B914-138A6B73A1D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236055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7">
          <a:extLst>
            <a:ext uri="{FF2B5EF4-FFF2-40B4-BE49-F238E27FC236}">
              <a16:creationId xmlns:a16="http://schemas.microsoft.com/office/drawing/2014/main" id="{79F2FFF2-F1FA-AE8B-1BB3-278D7313EECA}"/>
            </a:ext>
          </a:extLst>
        </p:cNvPr>
        <p:cNvGrpSpPr/>
        <p:nvPr/>
      </p:nvGrpSpPr>
      <p:grpSpPr>
        <a:xfrm>
          <a:off x="0" y="0"/>
          <a:ext cx="0" cy="0"/>
          <a:chOff x="0" y="0"/>
          <a:chExt cx="0" cy="0"/>
        </a:xfrm>
      </p:grpSpPr>
      <p:sp>
        <p:nvSpPr>
          <p:cNvPr id="1528" name="Google Shape;1528;g24ed99bf1a4_0_71:notes">
            <a:extLst>
              <a:ext uri="{FF2B5EF4-FFF2-40B4-BE49-F238E27FC236}">
                <a16:creationId xmlns:a16="http://schemas.microsoft.com/office/drawing/2014/main" id="{FE68FC5B-03CA-C8E7-1506-63AE55045D1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9" name="Google Shape;1529;g24ed99bf1a4_0_71:notes">
            <a:extLst>
              <a:ext uri="{FF2B5EF4-FFF2-40B4-BE49-F238E27FC236}">
                <a16:creationId xmlns:a16="http://schemas.microsoft.com/office/drawing/2014/main" id="{1DFC1C97-B9B0-386F-10CE-CB05B651172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111031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7">
          <a:extLst>
            <a:ext uri="{FF2B5EF4-FFF2-40B4-BE49-F238E27FC236}">
              <a16:creationId xmlns:a16="http://schemas.microsoft.com/office/drawing/2014/main" id="{3879CBDC-32F8-092F-D114-966756C2B142}"/>
            </a:ext>
          </a:extLst>
        </p:cNvPr>
        <p:cNvGrpSpPr/>
        <p:nvPr/>
      </p:nvGrpSpPr>
      <p:grpSpPr>
        <a:xfrm>
          <a:off x="0" y="0"/>
          <a:ext cx="0" cy="0"/>
          <a:chOff x="0" y="0"/>
          <a:chExt cx="0" cy="0"/>
        </a:xfrm>
      </p:grpSpPr>
      <p:sp>
        <p:nvSpPr>
          <p:cNvPr id="1528" name="Google Shape;1528;g24ed99bf1a4_0_71:notes">
            <a:extLst>
              <a:ext uri="{FF2B5EF4-FFF2-40B4-BE49-F238E27FC236}">
                <a16:creationId xmlns:a16="http://schemas.microsoft.com/office/drawing/2014/main" id="{ED01A9C5-852C-A3C6-F70E-A61E1A7822F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9" name="Google Shape;1529;g24ed99bf1a4_0_71:notes">
            <a:extLst>
              <a:ext uri="{FF2B5EF4-FFF2-40B4-BE49-F238E27FC236}">
                <a16:creationId xmlns:a16="http://schemas.microsoft.com/office/drawing/2014/main" id="{50637C28-51D2-5ADE-75C7-2A1E1E40621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933328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7">
          <a:extLst>
            <a:ext uri="{FF2B5EF4-FFF2-40B4-BE49-F238E27FC236}">
              <a16:creationId xmlns:a16="http://schemas.microsoft.com/office/drawing/2014/main" id="{98EEB80E-C3CF-ED3B-E4DF-1F3156E2AD69}"/>
            </a:ext>
          </a:extLst>
        </p:cNvPr>
        <p:cNvGrpSpPr/>
        <p:nvPr/>
      </p:nvGrpSpPr>
      <p:grpSpPr>
        <a:xfrm>
          <a:off x="0" y="0"/>
          <a:ext cx="0" cy="0"/>
          <a:chOff x="0" y="0"/>
          <a:chExt cx="0" cy="0"/>
        </a:xfrm>
      </p:grpSpPr>
      <p:sp>
        <p:nvSpPr>
          <p:cNvPr id="1528" name="Google Shape;1528;g24ed99bf1a4_0_71:notes">
            <a:extLst>
              <a:ext uri="{FF2B5EF4-FFF2-40B4-BE49-F238E27FC236}">
                <a16:creationId xmlns:a16="http://schemas.microsoft.com/office/drawing/2014/main" id="{3B818E3F-35E4-4046-0B3C-5A7D3BDB2A5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9" name="Google Shape;1529;g24ed99bf1a4_0_71:notes">
            <a:extLst>
              <a:ext uri="{FF2B5EF4-FFF2-40B4-BE49-F238E27FC236}">
                <a16:creationId xmlns:a16="http://schemas.microsoft.com/office/drawing/2014/main" id="{A977E286-7B21-5161-BFF1-F9E6E60E048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1772235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7">
          <a:extLst>
            <a:ext uri="{FF2B5EF4-FFF2-40B4-BE49-F238E27FC236}">
              <a16:creationId xmlns:a16="http://schemas.microsoft.com/office/drawing/2014/main" id="{C6945076-BEC1-7A98-D942-197CA8D990B1}"/>
            </a:ext>
          </a:extLst>
        </p:cNvPr>
        <p:cNvGrpSpPr/>
        <p:nvPr/>
      </p:nvGrpSpPr>
      <p:grpSpPr>
        <a:xfrm>
          <a:off x="0" y="0"/>
          <a:ext cx="0" cy="0"/>
          <a:chOff x="0" y="0"/>
          <a:chExt cx="0" cy="0"/>
        </a:xfrm>
      </p:grpSpPr>
      <p:sp>
        <p:nvSpPr>
          <p:cNvPr id="1528" name="Google Shape;1528;g24ed99bf1a4_0_71:notes">
            <a:extLst>
              <a:ext uri="{FF2B5EF4-FFF2-40B4-BE49-F238E27FC236}">
                <a16:creationId xmlns:a16="http://schemas.microsoft.com/office/drawing/2014/main" id="{F26B3EE3-1480-659E-FB93-131936AF72B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9" name="Google Shape;1529;g24ed99bf1a4_0_71:notes">
            <a:extLst>
              <a:ext uri="{FF2B5EF4-FFF2-40B4-BE49-F238E27FC236}">
                <a16:creationId xmlns:a16="http://schemas.microsoft.com/office/drawing/2014/main" id="{F8D911E9-0703-9230-1DFC-B20E07C5E96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1182601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7">
          <a:extLst>
            <a:ext uri="{FF2B5EF4-FFF2-40B4-BE49-F238E27FC236}">
              <a16:creationId xmlns:a16="http://schemas.microsoft.com/office/drawing/2014/main" id="{05DDB64A-AF68-AB66-EA19-599BE89BB4D6}"/>
            </a:ext>
          </a:extLst>
        </p:cNvPr>
        <p:cNvGrpSpPr/>
        <p:nvPr/>
      </p:nvGrpSpPr>
      <p:grpSpPr>
        <a:xfrm>
          <a:off x="0" y="0"/>
          <a:ext cx="0" cy="0"/>
          <a:chOff x="0" y="0"/>
          <a:chExt cx="0" cy="0"/>
        </a:xfrm>
      </p:grpSpPr>
      <p:sp>
        <p:nvSpPr>
          <p:cNvPr id="1528" name="Google Shape;1528;g24ed99bf1a4_0_71:notes">
            <a:extLst>
              <a:ext uri="{FF2B5EF4-FFF2-40B4-BE49-F238E27FC236}">
                <a16:creationId xmlns:a16="http://schemas.microsoft.com/office/drawing/2014/main" id="{5425AFB6-4EA4-C21A-B832-949C40018CE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9" name="Google Shape;1529;g24ed99bf1a4_0_71:notes">
            <a:extLst>
              <a:ext uri="{FF2B5EF4-FFF2-40B4-BE49-F238E27FC236}">
                <a16:creationId xmlns:a16="http://schemas.microsoft.com/office/drawing/2014/main" id="{5FB209FD-99EC-E91F-93BA-10F37007996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7196165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7">
          <a:extLst>
            <a:ext uri="{FF2B5EF4-FFF2-40B4-BE49-F238E27FC236}">
              <a16:creationId xmlns:a16="http://schemas.microsoft.com/office/drawing/2014/main" id="{F84180CA-2C81-1EF3-97B2-CA64C69A3A19}"/>
            </a:ext>
          </a:extLst>
        </p:cNvPr>
        <p:cNvGrpSpPr/>
        <p:nvPr/>
      </p:nvGrpSpPr>
      <p:grpSpPr>
        <a:xfrm>
          <a:off x="0" y="0"/>
          <a:ext cx="0" cy="0"/>
          <a:chOff x="0" y="0"/>
          <a:chExt cx="0" cy="0"/>
        </a:xfrm>
      </p:grpSpPr>
      <p:sp>
        <p:nvSpPr>
          <p:cNvPr id="1528" name="Google Shape;1528;g24ed99bf1a4_0_71:notes">
            <a:extLst>
              <a:ext uri="{FF2B5EF4-FFF2-40B4-BE49-F238E27FC236}">
                <a16:creationId xmlns:a16="http://schemas.microsoft.com/office/drawing/2014/main" id="{F948D12F-8259-F49E-914F-5D267F083BB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9" name="Google Shape;1529;g24ed99bf1a4_0_71:notes">
            <a:extLst>
              <a:ext uri="{FF2B5EF4-FFF2-40B4-BE49-F238E27FC236}">
                <a16:creationId xmlns:a16="http://schemas.microsoft.com/office/drawing/2014/main" id="{53859971-172E-C47B-2918-362CE63E010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9799079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7">
          <a:extLst>
            <a:ext uri="{FF2B5EF4-FFF2-40B4-BE49-F238E27FC236}">
              <a16:creationId xmlns:a16="http://schemas.microsoft.com/office/drawing/2014/main" id="{28471FD6-BF23-72C9-C20B-D5CE150DD682}"/>
            </a:ext>
          </a:extLst>
        </p:cNvPr>
        <p:cNvGrpSpPr/>
        <p:nvPr/>
      </p:nvGrpSpPr>
      <p:grpSpPr>
        <a:xfrm>
          <a:off x="0" y="0"/>
          <a:ext cx="0" cy="0"/>
          <a:chOff x="0" y="0"/>
          <a:chExt cx="0" cy="0"/>
        </a:xfrm>
      </p:grpSpPr>
      <p:sp>
        <p:nvSpPr>
          <p:cNvPr id="1528" name="Google Shape;1528;g24ed99bf1a4_0_71:notes">
            <a:extLst>
              <a:ext uri="{FF2B5EF4-FFF2-40B4-BE49-F238E27FC236}">
                <a16:creationId xmlns:a16="http://schemas.microsoft.com/office/drawing/2014/main" id="{D4FCEF20-5BB7-428A-8758-B209E183A9D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9" name="Google Shape;1529;g24ed99bf1a4_0_71:notes">
            <a:extLst>
              <a:ext uri="{FF2B5EF4-FFF2-40B4-BE49-F238E27FC236}">
                <a16:creationId xmlns:a16="http://schemas.microsoft.com/office/drawing/2014/main" id="{95F76AFF-DE08-197A-905E-2C05929F1A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533794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7">
          <a:extLst>
            <a:ext uri="{FF2B5EF4-FFF2-40B4-BE49-F238E27FC236}">
              <a16:creationId xmlns:a16="http://schemas.microsoft.com/office/drawing/2014/main" id="{0578AEDC-486B-EEDE-44B2-8B1ADA647105}"/>
            </a:ext>
          </a:extLst>
        </p:cNvPr>
        <p:cNvGrpSpPr/>
        <p:nvPr/>
      </p:nvGrpSpPr>
      <p:grpSpPr>
        <a:xfrm>
          <a:off x="0" y="0"/>
          <a:ext cx="0" cy="0"/>
          <a:chOff x="0" y="0"/>
          <a:chExt cx="0" cy="0"/>
        </a:xfrm>
      </p:grpSpPr>
      <p:sp>
        <p:nvSpPr>
          <p:cNvPr id="1528" name="Google Shape;1528;g24ed99bf1a4_0_71:notes">
            <a:extLst>
              <a:ext uri="{FF2B5EF4-FFF2-40B4-BE49-F238E27FC236}">
                <a16:creationId xmlns:a16="http://schemas.microsoft.com/office/drawing/2014/main" id="{A98066CF-B97E-25D4-E2C2-9AC78C9845C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9" name="Google Shape;1529;g24ed99bf1a4_0_71:notes">
            <a:extLst>
              <a:ext uri="{FF2B5EF4-FFF2-40B4-BE49-F238E27FC236}">
                <a16:creationId xmlns:a16="http://schemas.microsoft.com/office/drawing/2014/main" id="{61985AB2-5703-27EF-0B32-BA0A57EF0F0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366349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7">
          <a:extLst>
            <a:ext uri="{FF2B5EF4-FFF2-40B4-BE49-F238E27FC236}">
              <a16:creationId xmlns:a16="http://schemas.microsoft.com/office/drawing/2014/main" id="{534C10A8-0843-C1B5-58D3-46EBC5E79F8F}"/>
            </a:ext>
          </a:extLst>
        </p:cNvPr>
        <p:cNvGrpSpPr/>
        <p:nvPr/>
      </p:nvGrpSpPr>
      <p:grpSpPr>
        <a:xfrm>
          <a:off x="0" y="0"/>
          <a:ext cx="0" cy="0"/>
          <a:chOff x="0" y="0"/>
          <a:chExt cx="0" cy="0"/>
        </a:xfrm>
      </p:grpSpPr>
      <p:sp>
        <p:nvSpPr>
          <p:cNvPr id="1528" name="Google Shape;1528;g24ed99bf1a4_0_71:notes">
            <a:extLst>
              <a:ext uri="{FF2B5EF4-FFF2-40B4-BE49-F238E27FC236}">
                <a16:creationId xmlns:a16="http://schemas.microsoft.com/office/drawing/2014/main" id="{79A4A9D6-B890-8942-CE4A-84E525FD427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9" name="Google Shape;1529;g24ed99bf1a4_0_71:notes">
            <a:extLst>
              <a:ext uri="{FF2B5EF4-FFF2-40B4-BE49-F238E27FC236}">
                <a16:creationId xmlns:a16="http://schemas.microsoft.com/office/drawing/2014/main" id="{67DF11B0-F695-AFB5-99A1-6E7A8F0423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3022149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0">
          <a:extLst>
            <a:ext uri="{FF2B5EF4-FFF2-40B4-BE49-F238E27FC236}">
              <a16:creationId xmlns:a16="http://schemas.microsoft.com/office/drawing/2014/main" id="{FCEC9938-A880-4330-B3B0-17419F696449}"/>
            </a:ext>
          </a:extLst>
        </p:cNvPr>
        <p:cNvGrpSpPr/>
        <p:nvPr/>
      </p:nvGrpSpPr>
      <p:grpSpPr>
        <a:xfrm>
          <a:off x="0" y="0"/>
          <a:ext cx="0" cy="0"/>
          <a:chOff x="0" y="0"/>
          <a:chExt cx="0" cy="0"/>
        </a:xfrm>
      </p:grpSpPr>
      <p:sp>
        <p:nvSpPr>
          <p:cNvPr id="1481" name="Google Shape;1481;g24e6b4d5c31_0_0:notes">
            <a:extLst>
              <a:ext uri="{FF2B5EF4-FFF2-40B4-BE49-F238E27FC236}">
                <a16:creationId xmlns:a16="http://schemas.microsoft.com/office/drawing/2014/main" id="{3C71F4C9-DD4B-691C-6322-30A16AE8EC3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2" name="Google Shape;1482;g24e6b4d5c31_0_0:notes">
            <a:extLst>
              <a:ext uri="{FF2B5EF4-FFF2-40B4-BE49-F238E27FC236}">
                <a16:creationId xmlns:a16="http://schemas.microsoft.com/office/drawing/2014/main" id="{3A7DC140-E295-1543-7A8B-ACA0D24A4E3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5786054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7">
          <a:extLst>
            <a:ext uri="{FF2B5EF4-FFF2-40B4-BE49-F238E27FC236}">
              <a16:creationId xmlns:a16="http://schemas.microsoft.com/office/drawing/2014/main" id="{9651A916-04EF-F96C-F4F5-2FEDD06FE728}"/>
            </a:ext>
          </a:extLst>
        </p:cNvPr>
        <p:cNvGrpSpPr/>
        <p:nvPr/>
      </p:nvGrpSpPr>
      <p:grpSpPr>
        <a:xfrm>
          <a:off x="0" y="0"/>
          <a:ext cx="0" cy="0"/>
          <a:chOff x="0" y="0"/>
          <a:chExt cx="0" cy="0"/>
        </a:xfrm>
      </p:grpSpPr>
      <p:sp>
        <p:nvSpPr>
          <p:cNvPr id="1528" name="Google Shape;1528;g24ed99bf1a4_0_71:notes">
            <a:extLst>
              <a:ext uri="{FF2B5EF4-FFF2-40B4-BE49-F238E27FC236}">
                <a16:creationId xmlns:a16="http://schemas.microsoft.com/office/drawing/2014/main" id="{FC19324F-AB23-6EE6-83E6-7B4299BC76F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9" name="Google Shape;1529;g24ed99bf1a4_0_71:notes">
            <a:extLst>
              <a:ext uri="{FF2B5EF4-FFF2-40B4-BE49-F238E27FC236}">
                <a16:creationId xmlns:a16="http://schemas.microsoft.com/office/drawing/2014/main" id="{80B695CF-BE03-B9B6-DCFC-1CBF2E40891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1536136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2"/>
          <p:cNvGrpSpPr/>
          <p:nvPr/>
        </p:nvGrpSpPr>
        <p:grpSpPr>
          <a:xfrm>
            <a:off x="-3255180" y="-2900775"/>
            <a:ext cx="10039930" cy="6871129"/>
            <a:chOff x="-3102780" y="-2727750"/>
            <a:chExt cx="10039930" cy="6871129"/>
          </a:xfrm>
        </p:grpSpPr>
        <p:grpSp>
          <p:nvGrpSpPr>
            <p:cNvPr id="10" name="Google Shape;10;p2"/>
            <p:cNvGrpSpPr/>
            <p:nvPr/>
          </p:nvGrpSpPr>
          <p:grpSpPr>
            <a:xfrm rot="-7778255">
              <a:off x="-2414440" y="-1445047"/>
              <a:ext cx="5355679" cy="4305724"/>
              <a:chOff x="7103825" y="-713112"/>
              <a:chExt cx="3785226" cy="3043150"/>
            </a:xfrm>
          </p:grpSpPr>
          <p:sp>
            <p:nvSpPr>
              <p:cNvPr id="11" name="Google Shape;11;p2"/>
              <p:cNvSpPr/>
              <p:nvPr/>
            </p:nvSpPr>
            <p:spPr>
              <a:xfrm rot="-3600017">
                <a:off x="7761095" y="-21"/>
                <a:ext cx="2152450" cy="1864030"/>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2" name="Google Shape;12;p2"/>
              <p:cNvPicPr preferRelativeResize="0"/>
              <p:nvPr/>
            </p:nvPicPr>
            <p:blipFill rotWithShape="1">
              <a:blip r:embed="rId2">
                <a:alphaModFix/>
              </a:blip>
              <a:srcRect t="17657" b="17663"/>
              <a:stretch/>
            </p:blipFill>
            <p:spPr>
              <a:xfrm>
                <a:off x="7103825" y="-713112"/>
                <a:ext cx="3785226" cy="2888974"/>
              </a:xfrm>
              <a:prstGeom prst="rect">
                <a:avLst/>
              </a:prstGeom>
              <a:noFill/>
              <a:ln>
                <a:noFill/>
              </a:ln>
            </p:spPr>
          </p:pic>
        </p:grpSp>
        <p:sp>
          <p:nvSpPr>
            <p:cNvPr id="13" name="Google Shape;13;p2"/>
            <p:cNvSpPr/>
            <p:nvPr/>
          </p:nvSpPr>
          <p:spPr>
            <a:xfrm>
              <a:off x="-289323" y="-166742"/>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rot="2700000">
              <a:off x="917817" y="-2200499"/>
              <a:ext cx="3153371" cy="5119296"/>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201475" y="-361175"/>
              <a:ext cx="7138625" cy="819350"/>
            </a:xfrm>
            <a:custGeom>
              <a:avLst/>
              <a:gdLst/>
              <a:ahLst/>
              <a:cxnLst/>
              <a:rect l="l" t="t" r="r" b="b"/>
              <a:pathLst>
                <a:path w="285545" h="32774" extrusionOk="0">
                  <a:moveTo>
                    <a:pt x="0" y="32774"/>
                  </a:moveTo>
                  <a:lnTo>
                    <a:pt x="188861" y="32774"/>
                  </a:lnTo>
                  <a:lnTo>
                    <a:pt x="221636" y="0"/>
                  </a:lnTo>
                  <a:lnTo>
                    <a:pt x="285545" y="0"/>
                  </a:lnTo>
                </a:path>
              </a:pathLst>
            </a:custGeom>
            <a:noFill/>
            <a:ln w="9525" cap="flat" cmpd="sng">
              <a:solidFill>
                <a:schemeClr val="dk2"/>
              </a:solidFill>
              <a:prstDash val="solid"/>
              <a:round/>
              <a:headEnd type="none" w="med" len="med"/>
              <a:tailEnd type="none" w="med" len="med"/>
            </a:ln>
          </p:spPr>
        </p:sp>
        <p:sp>
          <p:nvSpPr>
            <p:cNvPr id="16" name="Google Shape;16;p2"/>
            <p:cNvSpPr/>
            <p:nvPr/>
          </p:nvSpPr>
          <p:spPr>
            <a:xfrm rot="5400000">
              <a:off x="1110859" y="-1245788"/>
              <a:ext cx="577450" cy="3045475"/>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rot="5400000">
              <a:off x="654013" y="-781254"/>
              <a:ext cx="687411" cy="2731351"/>
            </a:xfrm>
            <a:custGeom>
              <a:avLst/>
              <a:gdLst/>
              <a:ahLst/>
              <a:cxnLst/>
              <a:rect l="l" t="t" r="r" b="b"/>
              <a:pathLst>
                <a:path w="16760" h="43180" extrusionOk="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 name="Google Shape;18;p2"/>
            <p:cNvGrpSpPr/>
            <p:nvPr/>
          </p:nvGrpSpPr>
          <p:grpSpPr>
            <a:xfrm flipH="1">
              <a:off x="4446909" y="391151"/>
              <a:ext cx="134044" cy="134013"/>
              <a:chOff x="1101075" y="2142375"/>
              <a:chExt cx="439200" cy="439100"/>
            </a:xfrm>
          </p:grpSpPr>
          <p:sp>
            <p:nvSpPr>
              <p:cNvPr id="19" name="Google Shape;19;p2"/>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 name="Google Shape;21;p2"/>
            <p:cNvGrpSpPr/>
            <p:nvPr/>
          </p:nvGrpSpPr>
          <p:grpSpPr>
            <a:xfrm flipH="1">
              <a:off x="1373609" y="694563"/>
              <a:ext cx="134044" cy="134013"/>
              <a:chOff x="1101075" y="2142375"/>
              <a:chExt cx="439200" cy="439100"/>
            </a:xfrm>
          </p:grpSpPr>
          <p:sp>
            <p:nvSpPr>
              <p:cNvPr id="22" name="Google Shape;22;p2"/>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 name="Google Shape;24;p2"/>
            <p:cNvGrpSpPr/>
            <p:nvPr/>
          </p:nvGrpSpPr>
          <p:grpSpPr>
            <a:xfrm flipH="1">
              <a:off x="1086834" y="957463"/>
              <a:ext cx="134044" cy="134013"/>
              <a:chOff x="1101075" y="2142375"/>
              <a:chExt cx="439200" cy="439100"/>
            </a:xfrm>
          </p:grpSpPr>
          <p:sp>
            <p:nvSpPr>
              <p:cNvPr id="25" name="Google Shape;25;p2"/>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 name="Google Shape;27;p2"/>
            <p:cNvGrpSpPr/>
            <p:nvPr/>
          </p:nvGrpSpPr>
          <p:grpSpPr>
            <a:xfrm flipH="1">
              <a:off x="277709" y="957463"/>
              <a:ext cx="134044" cy="134013"/>
              <a:chOff x="1101075" y="2142375"/>
              <a:chExt cx="439200" cy="439100"/>
            </a:xfrm>
          </p:grpSpPr>
          <p:sp>
            <p:nvSpPr>
              <p:cNvPr id="28" name="Google Shape;28;p2"/>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 name="Google Shape;30;p2"/>
            <p:cNvGrpSpPr/>
            <p:nvPr/>
          </p:nvGrpSpPr>
          <p:grpSpPr>
            <a:xfrm flipH="1">
              <a:off x="277709" y="640813"/>
              <a:ext cx="134044" cy="134013"/>
              <a:chOff x="1101075" y="2142375"/>
              <a:chExt cx="439200" cy="439100"/>
            </a:xfrm>
          </p:grpSpPr>
          <p:sp>
            <p:nvSpPr>
              <p:cNvPr id="31" name="Google Shape;31;p2"/>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3" name="Google Shape;33;p2"/>
          <p:cNvGrpSpPr/>
          <p:nvPr/>
        </p:nvGrpSpPr>
        <p:grpSpPr>
          <a:xfrm>
            <a:off x="6385735" y="3039700"/>
            <a:ext cx="3920501" cy="3213899"/>
            <a:chOff x="6309535" y="2842975"/>
            <a:chExt cx="3920501" cy="3213899"/>
          </a:xfrm>
        </p:grpSpPr>
        <p:pic>
          <p:nvPicPr>
            <p:cNvPr id="34" name="Google Shape;34;p2"/>
            <p:cNvPicPr preferRelativeResize="0"/>
            <p:nvPr/>
          </p:nvPicPr>
          <p:blipFill rotWithShape="1">
            <a:blip r:embed="rId3">
              <a:alphaModFix/>
            </a:blip>
            <a:srcRect l="16960" t="24718" r="7121" b="26177"/>
            <a:stretch/>
          </p:blipFill>
          <p:spPr>
            <a:xfrm>
              <a:off x="6309535" y="3064650"/>
              <a:ext cx="3920501" cy="2992224"/>
            </a:xfrm>
            <a:prstGeom prst="rect">
              <a:avLst/>
            </a:prstGeom>
            <a:noFill/>
            <a:ln>
              <a:noFill/>
            </a:ln>
          </p:spPr>
        </p:pic>
        <p:sp>
          <p:nvSpPr>
            <p:cNvPr id="35" name="Google Shape;35;p2"/>
            <p:cNvSpPr/>
            <p:nvPr/>
          </p:nvSpPr>
          <p:spPr>
            <a:xfrm rot="10800000">
              <a:off x="7535449" y="2941132"/>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2"/>
            <p:cNvSpPr/>
            <p:nvPr/>
          </p:nvSpPr>
          <p:spPr>
            <a:xfrm rot="10800000">
              <a:off x="7694795" y="2941747"/>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7" name="Google Shape;37;p2"/>
            <p:cNvGrpSpPr/>
            <p:nvPr/>
          </p:nvGrpSpPr>
          <p:grpSpPr>
            <a:xfrm>
              <a:off x="7280400" y="3719575"/>
              <a:ext cx="582050" cy="582425"/>
              <a:chOff x="959750" y="3039275"/>
              <a:chExt cx="582050" cy="582425"/>
            </a:xfrm>
          </p:grpSpPr>
          <p:sp>
            <p:nvSpPr>
              <p:cNvPr id="38" name="Google Shape;38;p2"/>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2"/>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 name="Google Shape;45;p2"/>
            <p:cNvSpPr/>
            <p:nvPr/>
          </p:nvSpPr>
          <p:spPr>
            <a:xfrm>
              <a:off x="8430775" y="2842975"/>
              <a:ext cx="480893" cy="475828"/>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 name="Google Shape;46;p2"/>
            <p:cNvGrpSpPr/>
            <p:nvPr/>
          </p:nvGrpSpPr>
          <p:grpSpPr>
            <a:xfrm>
              <a:off x="8337812" y="3492483"/>
              <a:ext cx="699928" cy="1651024"/>
              <a:chOff x="8337812" y="3492483"/>
              <a:chExt cx="699928" cy="1651024"/>
            </a:xfrm>
          </p:grpSpPr>
          <p:sp>
            <p:nvSpPr>
              <p:cNvPr id="47" name="Google Shape;47;p2"/>
              <p:cNvSpPr/>
              <p:nvPr/>
            </p:nvSpPr>
            <p:spPr>
              <a:xfrm>
                <a:off x="8337812" y="3492483"/>
                <a:ext cx="483116" cy="1013645"/>
              </a:xfrm>
              <a:custGeom>
                <a:avLst/>
                <a:gdLst/>
                <a:ahLst/>
                <a:cxnLst/>
                <a:rect l="l" t="t" r="r" b="b"/>
                <a:pathLst>
                  <a:path w="11779" h="24714" extrusionOk="0">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2"/>
              <p:cNvSpPr/>
              <p:nvPr/>
            </p:nvSpPr>
            <p:spPr>
              <a:xfrm>
                <a:off x="8698380" y="3916789"/>
                <a:ext cx="246869" cy="1226718"/>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2"/>
              <p:cNvSpPr/>
              <p:nvPr/>
            </p:nvSpPr>
            <p:spPr>
              <a:xfrm>
                <a:off x="8790871" y="3823684"/>
                <a:ext cx="246869" cy="1226718"/>
              </a:xfrm>
              <a:custGeom>
                <a:avLst/>
                <a:gdLst/>
                <a:ahLst/>
                <a:cxnLst/>
                <a:rect l="l" t="t" r="r" b="b"/>
                <a:pathLst>
                  <a:path w="6019" h="29909" extrusionOk="0">
                    <a:moveTo>
                      <a:pt x="1" y="1"/>
                    </a:moveTo>
                    <a:lnTo>
                      <a:pt x="1" y="305"/>
                    </a:lnTo>
                    <a:lnTo>
                      <a:pt x="5714" y="305"/>
                    </a:lnTo>
                    <a:lnTo>
                      <a:pt x="5714"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 name="Google Shape;50;p2"/>
            <p:cNvGrpSpPr/>
            <p:nvPr/>
          </p:nvGrpSpPr>
          <p:grpSpPr>
            <a:xfrm>
              <a:off x="7945225" y="4302000"/>
              <a:ext cx="904666" cy="726121"/>
              <a:chOff x="7945225" y="4302000"/>
              <a:chExt cx="904666" cy="726121"/>
            </a:xfrm>
          </p:grpSpPr>
          <p:sp>
            <p:nvSpPr>
              <p:cNvPr id="51" name="Google Shape;51;p2"/>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2"/>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2"/>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54" name="Google Shape;54;p2"/>
          <p:cNvSpPr txBox="1">
            <a:spLocks noGrp="1"/>
          </p:cNvSpPr>
          <p:nvPr>
            <p:ph type="ctrTitle"/>
          </p:nvPr>
        </p:nvSpPr>
        <p:spPr>
          <a:xfrm>
            <a:off x="1096850" y="816324"/>
            <a:ext cx="6974700" cy="2326500"/>
          </a:xfrm>
          <a:prstGeom prst="rect">
            <a:avLst/>
          </a:prstGeom>
        </p:spPr>
        <p:txBody>
          <a:bodyPr spcFirstLastPara="1" wrap="square" lIns="91425" tIns="91425" rIns="91425" bIns="91425" anchor="b" anchorCtr="0">
            <a:noAutofit/>
          </a:bodyPr>
          <a:lstStyle>
            <a:lvl1pPr lvl="0">
              <a:lnSpc>
                <a:spcPct val="115000"/>
              </a:lnSpc>
              <a:spcBef>
                <a:spcPts val="0"/>
              </a:spcBef>
              <a:spcAft>
                <a:spcPts val="0"/>
              </a:spcAft>
              <a:buClr>
                <a:srgbClr val="191919"/>
              </a:buClr>
              <a:buSzPts val="5200"/>
              <a:buNone/>
              <a:defRPr sz="4500"/>
            </a:lvl1pPr>
            <a:lvl2pPr lvl="1" algn="ctr">
              <a:spcBef>
                <a:spcPts val="0"/>
              </a:spcBef>
              <a:spcAft>
                <a:spcPts val="0"/>
              </a:spcAft>
              <a:buClr>
                <a:schemeClr val="dk1"/>
              </a:buClr>
              <a:buSzPts val="5200"/>
              <a:buNone/>
              <a:defRPr sz="5200">
                <a:solidFill>
                  <a:schemeClr val="dk1"/>
                </a:solidFill>
              </a:defRPr>
            </a:lvl2pPr>
            <a:lvl3pPr lvl="2" algn="ctr">
              <a:spcBef>
                <a:spcPts val="0"/>
              </a:spcBef>
              <a:spcAft>
                <a:spcPts val="0"/>
              </a:spcAft>
              <a:buClr>
                <a:schemeClr val="dk1"/>
              </a:buClr>
              <a:buSzPts val="5200"/>
              <a:buNone/>
              <a:defRPr sz="5200">
                <a:solidFill>
                  <a:schemeClr val="dk1"/>
                </a:solidFill>
              </a:defRPr>
            </a:lvl3pPr>
            <a:lvl4pPr lvl="3" algn="ctr">
              <a:spcBef>
                <a:spcPts val="0"/>
              </a:spcBef>
              <a:spcAft>
                <a:spcPts val="0"/>
              </a:spcAft>
              <a:buClr>
                <a:schemeClr val="dk1"/>
              </a:buClr>
              <a:buSzPts val="5200"/>
              <a:buNone/>
              <a:defRPr sz="5200">
                <a:solidFill>
                  <a:schemeClr val="dk1"/>
                </a:solidFill>
              </a:defRPr>
            </a:lvl4pPr>
            <a:lvl5pPr lvl="4" algn="ctr">
              <a:spcBef>
                <a:spcPts val="0"/>
              </a:spcBef>
              <a:spcAft>
                <a:spcPts val="0"/>
              </a:spcAft>
              <a:buClr>
                <a:schemeClr val="dk1"/>
              </a:buClr>
              <a:buSzPts val="5200"/>
              <a:buNone/>
              <a:defRPr sz="5200">
                <a:solidFill>
                  <a:schemeClr val="dk1"/>
                </a:solidFill>
              </a:defRPr>
            </a:lvl5pPr>
            <a:lvl6pPr lvl="5" algn="ctr">
              <a:spcBef>
                <a:spcPts val="0"/>
              </a:spcBef>
              <a:spcAft>
                <a:spcPts val="0"/>
              </a:spcAft>
              <a:buClr>
                <a:schemeClr val="dk1"/>
              </a:buClr>
              <a:buSzPts val="5200"/>
              <a:buNone/>
              <a:defRPr sz="5200">
                <a:solidFill>
                  <a:schemeClr val="dk1"/>
                </a:solidFill>
              </a:defRPr>
            </a:lvl6pPr>
            <a:lvl7pPr lvl="6" algn="ctr">
              <a:spcBef>
                <a:spcPts val="0"/>
              </a:spcBef>
              <a:spcAft>
                <a:spcPts val="0"/>
              </a:spcAft>
              <a:buClr>
                <a:schemeClr val="dk1"/>
              </a:buClr>
              <a:buSzPts val="5200"/>
              <a:buNone/>
              <a:defRPr sz="5200">
                <a:solidFill>
                  <a:schemeClr val="dk1"/>
                </a:solidFill>
              </a:defRPr>
            </a:lvl7pPr>
            <a:lvl8pPr lvl="7" algn="ctr">
              <a:spcBef>
                <a:spcPts val="0"/>
              </a:spcBef>
              <a:spcAft>
                <a:spcPts val="0"/>
              </a:spcAft>
              <a:buClr>
                <a:schemeClr val="dk1"/>
              </a:buClr>
              <a:buSzPts val="5200"/>
              <a:buNone/>
              <a:defRPr sz="5200">
                <a:solidFill>
                  <a:schemeClr val="dk1"/>
                </a:solidFill>
              </a:defRPr>
            </a:lvl8pPr>
            <a:lvl9pPr lvl="8" algn="ctr">
              <a:spcBef>
                <a:spcPts val="0"/>
              </a:spcBef>
              <a:spcAft>
                <a:spcPts val="0"/>
              </a:spcAft>
              <a:buClr>
                <a:schemeClr val="dk1"/>
              </a:buClr>
              <a:buSzPts val="5200"/>
              <a:buNone/>
              <a:defRPr sz="5200">
                <a:solidFill>
                  <a:schemeClr val="dk1"/>
                </a:solidFill>
              </a:defRPr>
            </a:lvl9pPr>
          </a:lstStyle>
          <a:p>
            <a:endParaRPr/>
          </a:p>
        </p:txBody>
      </p:sp>
      <p:sp>
        <p:nvSpPr>
          <p:cNvPr id="55" name="Google Shape;55;p2"/>
          <p:cNvSpPr txBox="1">
            <a:spLocks noGrp="1"/>
          </p:cNvSpPr>
          <p:nvPr>
            <p:ph type="subTitle" idx="1"/>
          </p:nvPr>
        </p:nvSpPr>
        <p:spPr>
          <a:xfrm>
            <a:off x="1096850" y="3456250"/>
            <a:ext cx="4882500" cy="4758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56" name="Google Shape;56;p2"/>
          <p:cNvGrpSpPr/>
          <p:nvPr/>
        </p:nvGrpSpPr>
        <p:grpSpPr>
          <a:xfrm>
            <a:off x="-309885" y="3617406"/>
            <a:ext cx="1448824" cy="2238804"/>
            <a:chOff x="-309885" y="3617406"/>
            <a:chExt cx="1448824" cy="2238804"/>
          </a:xfrm>
        </p:grpSpPr>
        <p:grpSp>
          <p:nvGrpSpPr>
            <p:cNvPr id="57" name="Google Shape;57;p2"/>
            <p:cNvGrpSpPr/>
            <p:nvPr/>
          </p:nvGrpSpPr>
          <p:grpSpPr>
            <a:xfrm>
              <a:off x="-277007" y="3870159"/>
              <a:ext cx="981772" cy="1986051"/>
              <a:chOff x="-293545" y="3454371"/>
              <a:chExt cx="981772" cy="1986051"/>
            </a:xfrm>
          </p:grpSpPr>
          <p:sp>
            <p:nvSpPr>
              <p:cNvPr id="58" name="Google Shape;58;p2"/>
              <p:cNvSpPr/>
              <p:nvPr/>
            </p:nvSpPr>
            <p:spPr>
              <a:xfrm rot="10800000">
                <a:off x="-293545" y="3454371"/>
                <a:ext cx="844677" cy="1985522"/>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2"/>
              <p:cNvSpPr/>
              <p:nvPr/>
            </p:nvSpPr>
            <p:spPr>
              <a:xfrm rot="10800000">
                <a:off x="-156450" y="3454901"/>
                <a:ext cx="844677" cy="1985522"/>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 name="Google Shape;60;p2"/>
            <p:cNvGrpSpPr/>
            <p:nvPr/>
          </p:nvGrpSpPr>
          <p:grpSpPr>
            <a:xfrm>
              <a:off x="363249" y="4906873"/>
              <a:ext cx="699940" cy="478601"/>
              <a:chOff x="39722" y="4349021"/>
              <a:chExt cx="1061964" cy="726143"/>
            </a:xfrm>
          </p:grpSpPr>
          <p:grpSp>
            <p:nvGrpSpPr>
              <p:cNvPr id="61" name="Google Shape;61;p2"/>
              <p:cNvGrpSpPr/>
              <p:nvPr/>
            </p:nvGrpSpPr>
            <p:grpSpPr>
              <a:xfrm rot="2700000">
                <a:off x="140502" y="4460924"/>
                <a:ext cx="524584" cy="502337"/>
                <a:chOff x="1189791" y="-1767331"/>
                <a:chExt cx="904284" cy="865933"/>
              </a:xfrm>
            </p:grpSpPr>
            <p:sp>
              <p:nvSpPr>
                <p:cNvPr id="62" name="Google Shape;62;p2"/>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 name="Google Shape;63;p2"/>
                <p:cNvGrpSpPr/>
                <p:nvPr/>
              </p:nvGrpSpPr>
              <p:grpSpPr>
                <a:xfrm>
                  <a:off x="1232795" y="-1740829"/>
                  <a:ext cx="717621" cy="717392"/>
                  <a:chOff x="1483457" y="3953671"/>
                  <a:chExt cx="717621" cy="717392"/>
                </a:xfrm>
              </p:grpSpPr>
              <p:sp>
                <p:nvSpPr>
                  <p:cNvPr id="64" name="Google Shape;64;p2"/>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2"/>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2"/>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2"/>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2"/>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69" name="Google Shape;69;p2"/>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 name="Google Shape;70;p2"/>
            <p:cNvGrpSpPr/>
            <p:nvPr/>
          </p:nvGrpSpPr>
          <p:grpSpPr>
            <a:xfrm rot="-5400000">
              <a:off x="-461873" y="3769393"/>
              <a:ext cx="1351491" cy="1047516"/>
              <a:chOff x="-2460210" y="2758493"/>
              <a:chExt cx="1351491" cy="1047516"/>
            </a:xfrm>
          </p:grpSpPr>
          <p:sp>
            <p:nvSpPr>
              <p:cNvPr id="71" name="Google Shape;71;p2"/>
              <p:cNvSpPr/>
              <p:nvPr/>
            </p:nvSpPr>
            <p:spPr>
              <a:xfrm rot="-2700000">
                <a:off x="-2341816" y="31085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2"/>
              <p:cNvSpPr/>
              <p:nvPr/>
            </p:nvSpPr>
            <p:spPr>
              <a:xfrm rot="-2700000">
                <a:off x="-2157466" y="30323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2"/>
              <p:cNvSpPr/>
              <p:nvPr/>
            </p:nvSpPr>
            <p:spPr>
              <a:xfrm rot="-2700000">
                <a:off x="-1993591" y="29561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2"/>
              <p:cNvSpPr/>
              <p:nvPr/>
            </p:nvSpPr>
            <p:spPr>
              <a:xfrm rot="-2700000">
                <a:off x="-1809241" y="28799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 name="Google Shape;75;p2"/>
            <p:cNvGrpSpPr/>
            <p:nvPr/>
          </p:nvGrpSpPr>
          <p:grpSpPr>
            <a:xfrm>
              <a:off x="438999" y="4567398"/>
              <a:ext cx="699940" cy="478601"/>
              <a:chOff x="39722" y="4349021"/>
              <a:chExt cx="1061964" cy="726143"/>
            </a:xfrm>
          </p:grpSpPr>
          <p:grpSp>
            <p:nvGrpSpPr>
              <p:cNvPr id="76" name="Google Shape;76;p2"/>
              <p:cNvGrpSpPr/>
              <p:nvPr/>
            </p:nvGrpSpPr>
            <p:grpSpPr>
              <a:xfrm rot="2700000">
                <a:off x="140502" y="4460924"/>
                <a:ext cx="524584" cy="502337"/>
                <a:chOff x="1189791" y="-1767331"/>
                <a:chExt cx="904284" cy="865933"/>
              </a:xfrm>
            </p:grpSpPr>
            <p:sp>
              <p:nvSpPr>
                <p:cNvPr id="77" name="Google Shape;77;p2"/>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8" name="Google Shape;78;p2"/>
                <p:cNvGrpSpPr/>
                <p:nvPr/>
              </p:nvGrpSpPr>
              <p:grpSpPr>
                <a:xfrm>
                  <a:off x="1232795" y="-1740829"/>
                  <a:ext cx="717621" cy="717392"/>
                  <a:chOff x="1483457" y="3953671"/>
                  <a:chExt cx="717621" cy="717392"/>
                </a:xfrm>
              </p:grpSpPr>
              <p:sp>
                <p:nvSpPr>
                  <p:cNvPr id="79" name="Google Shape;79;p2"/>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2"/>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2"/>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2"/>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2"/>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84" name="Google Shape;84;p2"/>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 name="Google Shape;85;p2"/>
            <p:cNvGrpSpPr/>
            <p:nvPr/>
          </p:nvGrpSpPr>
          <p:grpSpPr>
            <a:xfrm>
              <a:off x="-65076" y="4623886"/>
              <a:ext cx="699940" cy="478601"/>
              <a:chOff x="39722" y="4349021"/>
              <a:chExt cx="1061964" cy="726143"/>
            </a:xfrm>
          </p:grpSpPr>
          <p:grpSp>
            <p:nvGrpSpPr>
              <p:cNvPr id="86" name="Google Shape;86;p2"/>
              <p:cNvGrpSpPr/>
              <p:nvPr/>
            </p:nvGrpSpPr>
            <p:grpSpPr>
              <a:xfrm rot="2700000">
                <a:off x="140502" y="4460924"/>
                <a:ext cx="524584" cy="502337"/>
                <a:chOff x="1189791" y="-1767331"/>
                <a:chExt cx="904284" cy="865933"/>
              </a:xfrm>
            </p:grpSpPr>
            <p:sp>
              <p:nvSpPr>
                <p:cNvPr id="87" name="Google Shape;87;p2"/>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8" name="Google Shape;88;p2"/>
                <p:cNvGrpSpPr/>
                <p:nvPr/>
              </p:nvGrpSpPr>
              <p:grpSpPr>
                <a:xfrm>
                  <a:off x="1232795" y="-1740829"/>
                  <a:ext cx="717621" cy="717392"/>
                  <a:chOff x="1483457" y="3953671"/>
                  <a:chExt cx="717621" cy="717392"/>
                </a:xfrm>
              </p:grpSpPr>
              <p:sp>
                <p:nvSpPr>
                  <p:cNvPr id="89" name="Google Shape;89;p2"/>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2"/>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2"/>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2"/>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2"/>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94" name="Google Shape;94;p2"/>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95"/>
        <p:cNvGrpSpPr/>
        <p:nvPr/>
      </p:nvGrpSpPr>
      <p:grpSpPr>
        <a:xfrm>
          <a:off x="0" y="0"/>
          <a:ext cx="0" cy="0"/>
          <a:chOff x="0" y="0"/>
          <a:chExt cx="0" cy="0"/>
        </a:xfrm>
      </p:grpSpPr>
      <p:sp>
        <p:nvSpPr>
          <p:cNvPr id="96" name="Google Shape;96;p3"/>
          <p:cNvSpPr txBox="1">
            <a:spLocks noGrp="1"/>
          </p:cNvSpPr>
          <p:nvPr>
            <p:ph type="title"/>
          </p:nvPr>
        </p:nvSpPr>
        <p:spPr>
          <a:xfrm>
            <a:off x="720000" y="2079325"/>
            <a:ext cx="5598000" cy="841800"/>
          </a:xfrm>
          <a:prstGeom prst="rect">
            <a:avLst/>
          </a:prstGeom>
        </p:spPr>
        <p:txBody>
          <a:bodyPr spcFirstLastPara="1" wrap="square" lIns="91425" tIns="91425" rIns="91425" bIns="91425" anchor="ctr" anchorCtr="0">
            <a:noAutofit/>
          </a:bodyPr>
          <a:lstStyle>
            <a:lvl1pPr lvl="0">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97" name="Google Shape;97;p3"/>
          <p:cNvSpPr txBox="1">
            <a:spLocks noGrp="1"/>
          </p:cNvSpPr>
          <p:nvPr>
            <p:ph type="title" idx="2" hasCustomPrompt="1"/>
          </p:nvPr>
        </p:nvSpPr>
        <p:spPr>
          <a:xfrm>
            <a:off x="720000" y="1025725"/>
            <a:ext cx="1702500" cy="993600"/>
          </a:xfrm>
          <a:prstGeom prst="rect">
            <a:avLst/>
          </a:prstGeom>
        </p:spPr>
        <p:txBody>
          <a:bodyPr spcFirstLastPara="1" wrap="square" lIns="91425" tIns="91425" rIns="91425" bIns="91425" anchor="ctr" anchorCtr="0">
            <a:noAutofit/>
          </a:bodyPr>
          <a:lstStyle>
            <a:lvl1pPr lvl="0" rtl="0">
              <a:spcBef>
                <a:spcPts val="0"/>
              </a:spcBef>
              <a:spcAft>
                <a:spcPts val="0"/>
              </a:spcAft>
              <a:buSzPts val="6000"/>
              <a:buNone/>
              <a:defRPr sz="6200">
                <a:latin typeface="Poppins"/>
                <a:ea typeface="Poppins"/>
                <a:cs typeface="Poppins"/>
                <a:sym typeface="Poppins"/>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98" name="Google Shape;98;p3"/>
          <p:cNvSpPr txBox="1">
            <a:spLocks noGrp="1"/>
          </p:cNvSpPr>
          <p:nvPr>
            <p:ph type="subTitle" idx="1"/>
          </p:nvPr>
        </p:nvSpPr>
        <p:spPr>
          <a:xfrm>
            <a:off x="720000" y="3252375"/>
            <a:ext cx="5598000" cy="457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99" name="Google Shape;99;p3"/>
          <p:cNvGrpSpPr/>
          <p:nvPr/>
        </p:nvGrpSpPr>
        <p:grpSpPr>
          <a:xfrm>
            <a:off x="-539206" y="-1717975"/>
            <a:ext cx="4397193" cy="4171657"/>
            <a:chOff x="-494406" y="-1584825"/>
            <a:chExt cx="4397193" cy="4171657"/>
          </a:xfrm>
        </p:grpSpPr>
        <p:grpSp>
          <p:nvGrpSpPr>
            <p:cNvPr id="100" name="Google Shape;100;p3"/>
            <p:cNvGrpSpPr/>
            <p:nvPr/>
          </p:nvGrpSpPr>
          <p:grpSpPr>
            <a:xfrm>
              <a:off x="-494406" y="-252396"/>
              <a:ext cx="1741563" cy="1288563"/>
              <a:chOff x="-494406" y="-252396"/>
              <a:chExt cx="1741563" cy="1288563"/>
            </a:xfrm>
          </p:grpSpPr>
          <p:sp>
            <p:nvSpPr>
              <p:cNvPr id="101" name="Google Shape;101;p3"/>
              <p:cNvSpPr/>
              <p:nvPr/>
            </p:nvSpPr>
            <p:spPr>
              <a:xfrm rot="2700000">
                <a:off x="-315569" y="-53821"/>
                <a:ext cx="930891" cy="891412"/>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3"/>
              <p:cNvSpPr/>
              <p:nvPr/>
            </p:nvSpPr>
            <p:spPr>
              <a:xfrm rot="2700000">
                <a:off x="137431" y="-53821"/>
                <a:ext cx="930891" cy="891412"/>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3" name="Google Shape;103;p3"/>
            <p:cNvGrpSpPr/>
            <p:nvPr/>
          </p:nvGrpSpPr>
          <p:grpSpPr>
            <a:xfrm>
              <a:off x="245875" y="-51824"/>
              <a:ext cx="208200" cy="1824700"/>
              <a:chOff x="1040050" y="3812126"/>
              <a:chExt cx="208200" cy="1824700"/>
            </a:xfrm>
          </p:grpSpPr>
          <p:sp>
            <p:nvSpPr>
              <p:cNvPr id="104" name="Google Shape;104;p3"/>
              <p:cNvSpPr/>
              <p:nvPr/>
            </p:nvSpPr>
            <p:spPr>
              <a:xfrm>
                <a:off x="1040050" y="3812126"/>
                <a:ext cx="12550" cy="1824700"/>
              </a:xfrm>
              <a:custGeom>
                <a:avLst/>
                <a:gdLst/>
                <a:ahLst/>
                <a:cxnLst/>
                <a:rect l="l" t="t" r="r" b="b"/>
                <a:pathLst>
                  <a:path w="306" h="27731" extrusionOk="0">
                    <a:moveTo>
                      <a:pt x="1" y="1"/>
                    </a:moveTo>
                    <a:lnTo>
                      <a:pt x="1"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3"/>
              <p:cNvSpPr/>
              <p:nvPr/>
            </p:nvSpPr>
            <p:spPr>
              <a:xfrm>
                <a:off x="1235741" y="3812126"/>
                <a:ext cx="12509" cy="1824700"/>
              </a:xfrm>
              <a:custGeom>
                <a:avLst/>
                <a:gdLst/>
                <a:ahLst/>
                <a:cxnLst/>
                <a:rect l="l" t="t" r="r" b="b"/>
                <a:pathLst>
                  <a:path w="305" h="27731" extrusionOk="0">
                    <a:moveTo>
                      <a:pt x="0" y="1"/>
                    </a:moveTo>
                    <a:lnTo>
                      <a:pt x="0"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6" name="Google Shape;106;p3"/>
            <p:cNvGrpSpPr/>
            <p:nvPr/>
          </p:nvGrpSpPr>
          <p:grpSpPr>
            <a:xfrm>
              <a:off x="441574" y="-36652"/>
              <a:ext cx="699940" cy="478601"/>
              <a:chOff x="39722" y="4349021"/>
              <a:chExt cx="1061964" cy="726143"/>
            </a:xfrm>
          </p:grpSpPr>
          <p:grpSp>
            <p:nvGrpSpPr>
              <p:cNvPr id="107" name="Google Shape;107;p3"/>
              <p:cNvGrpSpPr/>
              <p:nvPr/>
            </p:nvGrpSpPr>
            <p:grpSpPr>
              <a:xfrm rot="2700000">
                <a:off x="140502" y="4460924"/>
                <a:ext cx="524584" cy="502337"/>
                <a:chOff x="1189791" y="-1767331"/>
                <a:chExt cx="904284" cy="865933"/>
              </a:xfrm>
            </p:grpSpPr>
            <p:sp>
              <p:nvSpPr>
                <p:cNvPr id="108" name="Google Shape;108;p3"/>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9" name="Google Shape;109;p3"/>
                <p:cNvGrpSpPr/>
                <p:nvPr/>
              </p:nvGrpSpPr>
              <p:grpSpPr>
                <a:xfrm>
                  <a:off x="1232795" y="-1740829"/>
                  <a:ext cx="717621" cy="717392"/>
                  <a:chOff x="1483457" y="3953671"/>
                  <a:chExt cx="717621" cy="717392"/>
                </a:xfrm>
              </p:grpSpPr>
              <p:sp>
                <p:nvSpPr>
                  <p:cNvPr id="110" name="Google Shape;110;p3"/>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3"/>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3"/>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3"/>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3"/>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15" name="Google Shape;115;p3"/>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6" name="Google Shape;116;p3"/>
            <p:cNvGrpSpPr/>
            <p:nvPr/>
          </p:nvGrpSpPr>
          <p:grpSpPr>
            <a:xfrm>
              <a:off x="955673" y="11"/>
              <a:ext cx="592576" cy="405260"/>
              <a:chOff x="39722" y="4349021"/>
              <a:chExt cx="1061964" cy="726143"/>
            </a:xfrm>
          </p:grpSpPr>
          <p:grpSp>
            <p:nvGrpSpPr>
              <p:cNvPr id="117" name="Google Shape;117;p3"/>
              <p:cNvGrpSpPr/>
              <p:nvPr/>
            </p:nvGrpSpPr>
            <p:grpSpPr>
              <a:xfrm rot="2700000">
                <a:off x="140502" y="4460924"/>
                <a:ext cx="524584" cy="502337"/>
                <a:chOff x="1189791" y="-1767331"/>
                <a:chExt cx="904284" cy="865933"/>
              </a:xfrm>
            </p:grpSpPr>
            <p:sp>
              <p:nvSpPr>
                <p:cNvPr id="118" name="Google Shape;118;p3"/>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9" name="Google Shape;119;p3"/>
                <p:cNvGrpSpPr/>
                <p:nvPr/>
              </p:nvGrpSpPr>
              <p:grpSpPr>
                <a:xfrm>
                  <a:off x="1232795" y="-1740829"/>
                  <a:ext cx="717621" cy="717392"/>
                  <a:chOff x="1483457" y="3953671"/>
                  <a:chExt cx="717621" cy="717392"/>
                </a:xfrm>
              </p:grpSpPr>
              <p:sp>
                <p:nvSpPr>
                  <p:cNvPr id="120" name="Google Shape;120;p3"/>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3"/>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3"/>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3"/>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3"/>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25" name="Google Shape;125;p3"/>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6" name="Google Shape;126;p3"/>
            <p:cNvGrpSpPr/>
            <p:nvPr/>
          </p:nvGrpSpPr>
          <p:grpSpPr>
            <a:xfrm>
              <a:off x="-1" y="621223"/>
              <a:ext cx="699940" cy="478601"/>
              <a:chOff x="39722" y="4349021"/>
              <a:chExt cx="1061964" cy="726143"/>
            </a:xfrm>
          </p:grpSpPr>
          <p:grpSp>
            <p:nvGrpSpPr>
              <p:cNvPr id="127" name="Google Shape;127;p3"/>
              <p:cNvGrpSpPr/>
              <p:nvPr/>
            </p:nvGrpSpPr>
            <p:grpSpPr>
              <a:xfrm rot="2700000">
                <a:off x="140502" y="4460924"/>
                <a:ext cx="524584" cy="502337"/>
                <a:chOff x="1189791" y="-1767331"/>
                <a:chExt cx="904284" cy="865933"/>
              </a:xfrm>
            </p:grpSpPr>
            <p:sp>
              <p:nvSpPr>
                <p:cNvPr id="128" name="Google Shape;128;p3"/>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9" name="Google Shape;129;p3"/>
                <p:cNvGrpSpPr/>
                <p:nvPr/>
              </p:nvGrpSpPr>
              <p:grpSpPr>
                <a:xfrm>
                  <a:off x="1232795" y="-1740829"/>
                  <a:ext cx="717621" cy="717392"/>
                  <a:chOff x="1483457" y="3953671"/>
                  <a:chExt cx="717621" cy="717392"/>
                </a:xfrm>
              </p:grpSpPr>
              <p:sp>
                <p:nvSpPr>
                  <p:cNvPr id="130" name="Google Shape;130;p3"/>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3"/>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3"/>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3"/>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3"/>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35" name="Google Shape;135;p3"/>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6" name="Google Shape;136;p3"/>
            <p:cNvGrpSpPr/>
            <p:nvPr/>
          </p:nvGrpSpPr>
          <p:grpSpPr>
            <a:xfrm rot="-8100000">
              <a:off x="540898" y="-1172741"/>
              <a:ext cx="2552124" cy="3347490"/>
              <a:chOff x="2976325" y="908175"/>
              <a:chExt cx="4028179" cy="5283555"/>
            </a:xfrm>
          </p:grpSpPr>
          <p:sp>
            <p:nvSpPr>
              <p:cNvPr id="137" name="Google Shape;137;p3"/>
              <p:cNvSpPr/>
              <p:nvPr/>
            </p:nvSpPr>
            <p:spPr>
              <a:xfrm>
                <a:off x="3851189" y="1072525"/>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3"/>
              <p:cNvSpPr/>
              <p:nvPr/>
            </p:nvSpPr>
            <p:spPr>
              <a:xfrm>
                <a:off x="3934943" y="908175"/>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3"/>
              <p:cNvSpPr/>
              <p:nvPr/>
            </p:nvSpPr>
            <p:spPr>
              <a:xfrm>
                <a:off x="2976325" y="930036"/>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40"/>
        <p:cNvGrpSpPr/>
        <p:nvPr/>
      </p:nvGrpSpPr>
      <p:grpSpPr>
        <a:xfrm>
          <a:off x="0" y="0"/>
          <a:ext cx="0" cy="0"/>
          <a:chOff x="0" y="0"/>
          <a:chExt cx="0" cy="0"/>
        </a:xfrm>
      </p:grpSpPr>
      <p:sp>
        <p:nvSpPr>
          <p:cNvPr id="141" name="Google Shape;141;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42" name="Google Shape;142;p4"/>
          <p:cNvSpPr txBox="1">
            <a:spLocks noGrp="1"/>
          </p:cNvSpPr>
          <p:nvPr>
            <p:ph type="body" idx="1"/>
          </p:nvPr>
        </p:nvSpPr>
        <p:spPr>
          <a:xfrm>
            <a:off x="720000" y="1139551"/>
            <a:ext cx="7704000" cy="4113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Clr>
                <a:srgbClr val="434343"/>
              </a:buClr>
              <a:buSzPts val="1400"/>
              <a:buAutoNum type="arabicPeriod"/>
              <a:defRPr>
                <a:solidFill>
                  <a:srgbClr val="191919"/>
                </a:solidFill>
              </a:defRPr>
            </a:lvl1pPr>
            <a:lvl2pPr marL="914400" lvl="1" indent="-317500" rtl="0">
              <a:lnSpc>
                <a:spcPct val="115000"/>
              </a:lnSpc>
              <a:spcBef>
                <a:spcPts val="0"/>
              </a:spcBef>
              <a:spcAft>
                <a:spcPts val="0"/>
              </a:spcAft>
              <a:buClr>
                <a:srgbClr val="434343"/>
              </a:buClr>
              <a:buSzPts val="1400"/>
              <a:buFont typeface="Roboto Condensed Light"/>
              <a:buAutoNum type="alphaLcPeriod"/>
              <a:defRPr>
                <a:solidFill>
                  <a:srgbClr val="434343"/>
                </a:solidFill>
              </a:defRPr>
            </a:lvl2pPr>
            <a:lvl3pPr marL="1371600" lvl="2" indent="-317500" rtl="0">
              <a:lnSpc>
                <a:spcPct val="115000"/>
              </a:lnSpc>
              <a:spcBef>
                <a:spcPts val="0"/>
              </a:spcBef>
              <a:spcAft>
                <a:spcPts val="0"/>
              </a:spcAft>
              <a:buClr>
                <a:srgbClr val="434343"/>
              </a:buClr>
              <a:buSzPts val="1400"/>
              <a:buFont typeface="Roboto Condensed Light"/>
              <a:buAutoNum type="romanLcPeriod"/>
              <a:defRPr>
                <a:solidFill>
                  <a:srgbClr val="434343"/>
                </a:solidFill>
              </a:defRPr>
            </a:lvl3pPr>
            <a:lvl4pPr marL="1828800" lvl="3" indent="-317500" rtl="0">
              <a:lnSpc>
                <a:spcPct val="115000"/>
              </a:lnSpc>
              <a:spcBef>
                <a:spcPts val="0"/>
              </a:spcBef>
              <a:spcAft>
                <a:spcPts val="0"/>
              </a:spcAft>
              <a:buClr>
                <a:srgbClr val="434343"/>
              </a:buClr>
              <a:buSzPts val="1400"/>
              <a:buFont typeface="Roboto Condensed Light"/>
              <a:buAutoNum type="arabicPeriod"/>
              <a:defRPr>
                <a:solidFill>
                  <a:srgbClr val="434343"/>
                </a:solidFill>
              </a:defRPr>
            </a:lvl4pPr>
            <a:lvl5pPr marL="2286000" lvl="4" indent="-317500" rtl="0">
              <a:lnSpc>
                <a:spcPct val="115000"/>
              </a:lnSpc>
              <a:spcBef>
                <a:spcPts val="0"/>
              </a:spcBef>
              <a:spcAft>
                <a:spcPts val="0"/>
              </a:spcAft>
              <a:buClr>
                <a:srgbClr val="434343"/>
              </a:buClr>
              <a:buSzPts val="1400"/>
              <a:buFont typeface="Roboto Condensed Light"/>
              <a:buAutoNum type="alphaLcPeriod"/>
              <a:defRPr>
                <a:solidFill>
                  <a:srgbClr val="434343"/>
                </a:solidFill>
              </a:defRPr>
            </a:lvl5pPr>
            <a:lvl6pPr marL="2743200" lvl="5" indent="-317500" rtl="0">
              <a:lnSpc>
                <a:spcPct val="115000"/>
              </a:lnSpc>
              <a:spcBef>
                <a:spcPts val="0"/>
              </a:spcBef>
              <a:spcAft>
                <a:spcPts val="0"/>
              </a:spcAft>
              <a:buClr>
                <a:srgbClr val="434343"/>
              </a:buClr>
              <a:buSzPts val="1400"/>
              <a:buFont typeface="Roboto Condensed Light"/>
              <a:buAutoNum type="romanLcPeriod"/>
              <a:defRPr>
                <a:solidFill>
                  <a:srgbClr val="434343"/>
                </a:solidFill>
              </a:defRPr>
            </a:lvl6pPr>
            <a:lvl7pPr marL="3200400" lvl="6" indent="-317500" rtl="0">
              <a:lnSpc>
                <a:spcPct val="115000"/>
              </a:lnSpc>
              <a:spcBef>
                <a:spcPts val="0"/>
              </a:spcBef>
              <a:spcAft>
                <a:spcPts val="0"/>
              </a:spcAft>
              <a:buClr>
                <a:srgbClr val="434343"/>
              </a:buClr>
              <a:buSzPts val="1400"/>
              <a:buFont typeface="Roboto Condensed Light"/>
              <a:buAutoNum type="arabicPeriod"/>
              <a:defRPr>
                <a:solidFill>
                  <a:srgbClr val="434343"/>
                </a:solidFill>
              </a:defRPr>
            </a:lvl7pPr>
            <a:lvl8pPr marL="3657600" lvl="7" indent="-317500" rtl="0">
              <a:lnSpc>
                <a:spcPct val="115000"/>
              </a:lnSpc>
              <a:spcBef>
                <a:spcPts val="0"/>
              </a:spcBef>
              <a:spcAft>
                <a:spcPts val="0"/>
              </a:spcAft>
              <a:buClr>
                <a:srgbClr val="434343"/>
              </a:buClr>
              <a:buSzPts val="1400"/>
              <a:buFont typeface="Roboto Condensed Light"/>
              <a:buAutoNum type="alphaLcPeriod"/>
              <a:defRPr>
                <a:solidFill>
                  <a:srgbClr val="434343"/>
                </a:solidFill>
              </a:defRPr>
            </a:lvl8pPr>
            <a:lvl9pPr marL="4114800" lvl="8" indent="-317500" rtl="0">
              <a:lnSpc>
                <a:spcPct val="115000"/>
              </a:lnSpc>
              <a:spcBef>
                <a:spcPts val="0"/>
              </a:spcBef>
              <a:spcAft>
                <a:spcPts val="0"/>
              </a:spcAft>
              <a:buClr>
                <a:srgbClr val="434343"/>
              </a:buClr>
              <a:buSzPts val="1400"/>
              <a:buFont typeface="Roboto Condensed Light"/>
              <a:buAutoNum type="romanLcPeriod"/>
              <a:defRPr>
                <a:solidFill>
                  <a:srgbClr val="434343"/>
                </a:solidFill>
              </a:defRPr>
            </a:lvl9pPr>
          </a:lstStyle>
          <a:p>
            <a:endParaRPr/>
          </a:p>
        </p:txBody>
      </p:sp>
      <p:grpSp>
        <p:nvGrpSpPr>
          <p:cNvPr id="143" name="Google Shape;143;p4"/>
          <p:cNvGrpSpPr/>
          <p:nvPr/>
        </p:nvGrpSpPr>
        <p:grpSpPr>
          <a:xfrm>
            <a:off x="7365150" y="-1147799"/>
            <a:ext cx="3733124" cy="6537004"/>
            <a:chOff x="7212750" y="-1147799"/>
            <a:chExt cx="3733124" cy="6537004"/>
          </a:xfrm>
        </p:grpSpPr>
        <p:pic>
          <p:nvPicPr>
            <p:cNvPr id="144" name="Google Shape;144;p4"/>
            <p:cNvPicPr preferRelativeResize="0"/>
            <p:nvPr/>
          </p:nvPicPr>
          <p:blipFill rotWithShape="1">
            <a:blip r:embed="rId2">
              <a:alphaModFix/>
            </a:blip>
            <a:srcRect l="16960" t="24718" r="7121" b="26177"/>
            <a:stretch/>
          </p:blipFill>
          <p:spPr>
            <a:xfrm>
              <a:off x="7212750" y="-1147799"/>
              <a:ext cx="3733124" cy="2849200"/>
            </a:xfrm>
            <a:prstGeom prst="rect">
              <a:avLst/>
            </a:prstGeom>
            <a:noFill/>
            <a:ln>
              <a:noFill/>
            </a:ln>
          </p:spPr>
        </p:pic>
        <p:grpSp>
          <p:nvGrpSpPr>
            <p:cNvPr id="145" name="Google Shape;145;p4"/>
            <p:cNvGrpSpPr/>
            <p:nvPr/>
          </p:nvGrpSpPr>
          <p:grpSpPr>
            <a:xfrm>
              <a:off x="7392021" y="539499"/>
              <a:ext cx="1518472" cy="3030657"/>
              <a:chOff x="7785196" y="342199"/>
              <a:chExt cx="1518472" cy="3030657"/>
            </a:xfrm>
          </p:grpSpPr>
          <p:sp>
            <p:nvSpPr>
              <p:cNvPr id="146" name="Google Shape;146;p4"/>
              <p:cNvSpPr/>
              <p:nvPr/>
            </p:nvSpPr>
            <p:spPr>
              <a:xfrm rot="10800000">
                <a:off x="7882621" y="539499"/>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4"/>
              <p:cNvSpPr/>
              <p:nvPr/>
            </p:nvSpPr>
            <p:spPr>
              <a:xfrm rot="10800000">
                <a:off x="7785196" y="342199"/>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8" name="Google Shape;148;p4"/>
            <p:cNvSpPr/>
            <p:nvPr/>
          </p:nvSpPr>
          <p:spPr>
            <a:xfrm rot="5400000">
              <a:off x="8098189" y="-877180"/>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9" name="Google Shape;149;p4"/>
            <p:cNvGrpSpPr/>
            <p:nvPr/>
          </p:nvGrpSpPr>
          <p:grpSpPr>
            <a:xfrm>
              <a:off x="7740801" y="270000"/>
              <a:ext cx="3153315" cy="5119205"/>
              <a:chOff x="7740801" y="270000"/>
              <a:chExt cx="3153315" cy="5119205"/>
            </a:xfrm>
          </p:grpSpPr>
          <p:sp>
            <p:nvSpPr>
              <p:cNvPr id="150" name="Google Shape;150;p4"/>
              <p:cNvSpPr/>
              <p:nvPr/>
            </p:nvSpPr>
            <p:spPr>
              <a:xfrm>
                <a:off x="7740801" y="270000"/>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1" name="Google Shape;151;p4"/>
              <p:cNvGrpSpPr/>
              <p:nvPr/>
            </p:nvGrpSpPr>
            <p:grpSpPr>
              <a:xfrm>
                <a:off x="8192886" y="4736397"/>
                <a:ext cx="134004" cy="134004"/>
                <a:chOff x="8356813" y="1074288"/>
                <a:chExt cx="351900" cy="351900"/>
              </a:xfrm>
            </p:grpSpPr>
            <p:sp>
              <p:nvSpPr>
                <p:cNvPr id="152" name="Google Shape;152;p4"/>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4"/>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 name="Google Shape;154;p4"/>
              <p:cNvGrpSpPr/>
              <p:nvPr/>
            </p:nvGrpSpPr>
            <p:grpSpPr>
              <a:xfrm>
                <a:off x="8788211" y="3794722"/>
                <a:ext cx="134004" cy="134004"/>
                <a:chOff x="8356813" y="1074288"/>
                <a:chExt cx="351900" cy="351900"/>
              </a:xfrm>
            </p:grpSpPr>
            <p:sp>
              <p:nvSpPr>
                <p:cNvPr id="155" name="Google Shape;155;p4"/>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4"/>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7" name="Google Shape;157;p4"/>
              <p:cNvGrpSpPr/>
              <p:nvPr/>
            </p:nvGrpSpPr>
            <p:grpSpPr>
              <a:xfrm>
                <a:off x="8654186" y="2424672"/>
                <a:ext cx="134004" cy="134004"/>
                <a:chOff x="8356813" y="1074288"/>
                <a:chExt cx="351900" cy="351900"/>
              </a:xfrm>
            </p:grpSpPr>
            <p:sp>
              <p:nvSpPr>
                <p:cNvPr id="158" name="Google Shape;158;p4"/>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4"/>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160" name="Google Shape;160;p4"/>
          <p:cNvGrpSpPr/>
          <p:nvPr/>
        </p:nvGrpSpPr>
        <p:grpSpPr>
          <a:xfrm rot="-2529045">
            <a:off x="105741" y="3680210"/>
            <a:ext cx="591691" cy="2260270"/>
            <a:chOff x="-132364" y="1829399"/>
            <a:chExt cx="591677" cy="2260214"/>
          </a:xfrm>
        </p:grpSpPr>
        <p:sp>
          <p:nvSpPr>
            <p:cNvPr id="161" name="Google Shape;161;p4"/>
            <p:cNvSpPr/>
            <p:nvPr/>
          </p:nvSpPr>
          <p:spPr>
            <a:xfrm rot="10800000">
              <a:off x="62461" y="1829399"/>
              <a:ext cx="396852" cy="2260214"/>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4"/>
            <p:cNvSpPr/>
            <p:nvPr/>
          </p:nvSpPr>
          <p:spPr>
            <a:xfrm rot="10800000">
              <a:off x="-132364" y="1829399"/>
              <a:ext cx="396852" cy="2260214"/>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3" name="Google Shape;163;p4"/>
          <p:cNvGrpSpPr/>
          <p:nvPr/>
        </p:nvGrpSpPr>
        <p:grpSpPr>
          <a:xfrm>
            <a:off x="-520148" y="-573164"/>
            <a:ext cx="1502291" cy="2806842"/>
            <a:chOff x="-367748" y="-573164"/>
            <a:chExt cx="1502291" cy="2806842"/>
          </a:xfrm>
        </p:grpSpPr>
        <p:grpSp>
          <p:nvGrpSpPr>
            <p:cNvPr id="164" name="Google Shape;164;p4"/>
            <p:cNvGrpSpPr/>
            <p:nvPr/>
          </p:nvGrpSpPr>
          <p:grpSpPr>
            <a:xfrm rot="10800000">
              <a:off x="-191449" y="1507557"/>
              <a:ext cx="904666" cy="726121"/>
              <a:chOff x="7945225" y="4302000"/>
              <a:chExt cx="904666" cy="726121"/>
            </a:xfrm>
          </p:grpSpPr>
          <p:sp>
            <p:nvSpPr>
              <p:cNvPr id="165" name="Google Shape;165;p4"/>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4"/>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4"/>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8" name="Google Shape;168;p4"/>
            <p:cNvSpPr/>
            <p:nvPr/>
          </p:nvSpPr>
          <p:spPr>
            <a:xfrm>
              <a:off x="152767" y="-572549"/>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4"/>
            <p:cNvSpPr/>
            <p:nvPr/>
          </p:nvSpPr>
          <p:spPr>
            <a:xfrm>
              <a:off x="-6579" y="-573164"/>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0" name="Google Shape;170;p4"/>
            <p:cNvGrpSpPr/>
            <p:nvPr/>
          </p:nvGrpSpPr>
          <p:grpSpPr>
            <a:xfrm rot="10800000">
              <a:off x="-367748" y="-467133"/>
              <a:ext cx="699928" cy="1651024"/>
              <a:chOff x="8337812" y="3492483"/>
              <a:chExt cx="699928" cy="1651024"/>
            </a:xfrm>
          </p:grpSpPr>
          <p:sp>
            <p:nvSpPr>
              <p:cNvPr id="171" name="Google Shape;171;p4"/>
              <p:cNvSpPr/>
              <p:nvPr/>
            </p:nvSpPr>
            <p:spPr>
              <a:xfrm>
                <a:off x="8337812" y="3492483"/>
                <a:ext cx="483116" cy="1013645"/>
              </a:xfrm>
              <a:custGeom>
                <a:avLst/>
                <a:gdLst/>
                <a:ahLst/>
                <a:cxnLst/>
                <a:rect l="l" t="t" r="r" b="b"/>
                <a:pathLst>
                  <a:path w="11779" h="24714" extrusionOk="0">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4"/>
              <p:cNvSpPr/>
              <p:nvPr/>
            </p:nvSpPr>
            <p:spPr>
              <a:xfrm>
                <a:off x="8698380" y="3916789"/>
                <a:ext cx="246869" cy="1226718"/>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4"/>
              <p:cNvSpPr/>
              <p:nvPr/>
            </p:nvSpPr>
            <p:spPr>
              <a:xfrm>
                <a:off x="8790871" y="3823684"/>
                <a:ext cx="246869" cy="1226718"/>
              </a:xfrm>
              <a:custGeom>
                <a:avLst/>
                <a:gdLst/>
                <a:ahLst/>
                <a:cxnLst/>
                <a:rect l="l" t="t" r="r" b="b"/>
                <a:pathLst>
                  <a:path w="6019" h="29909" extrusionOk="0">
                    <a:moveTo>
                      <a:pt x="1" y="1"/>
                    </a:moveTo>
                    <a:lnTo>
                      <a:pt x="1" y="305"/>
                    </a:lnTo>
                    <a:lnTo>
                      <a:pt x="5714" y="305"/>
                    </a:lnTo>
                    <a:lnTo>
                      <a:pt x="5714"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493"/>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494"/>
        <p:cNvGrpSpPr/>
        <p:nvPr/>
      </p:nvGrpSpPr>
      <p:grpSpPr>
        <a:xfrm>
          <a:off x="0" y="0"/>
          <a:ext cx="0" cy="0"/>
          <a:chOff x="0" y="0"/>
          <a:chExt cx="0" cy="0"/>
        </a:xfrm>
      </p:grpSpPr>
      <p:sp>
        <p:nvSpPr>
          <p:cNvPr id="495" name="Google Shape;495;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496" name="Google Shape;496;p13"/>
          <p:cNvSpPr txBox="1">
            <a:spLocks noGrp="1"/>
          </p:cNvSpPr>
          <p:nvPr>
            <p:ph type="subTitle" idx="1"/>
          </p:nvPr>
        </p:nvSpPr>
        <p:spPr>
          <a:xfrm>
            <a:off x="720000" y="2244725"/>
            <a:ext cx="2661000" cy="604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97" name="Google Shape;497;p13"/>
          <p:cNvSpPr txBox="1">
            <a:spLocks noGrp="1"/>
          </p:cNvSpPr>
          <p:nvPr>
            <p:ph type="subTitle" idx="2"/>
          </p:nvPr>
        </p:nvSpPr>
        <p:spPr>
          <a:xfrm>
            <a:off x="4366700" y="2244725"/>
            <a:ext cx="2661000" cy="604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98" name="Google Shape;498;p13"/>
          <p:cNvSpPr txBox="1">
            <a:spLocks noGrp="1"/>
          </p:cNvSpPr>
          <p:nvPr>
            <p:ph type="subTitle" idx="3"/>
          </p:nvPr>
        </p:nvSpPr>
        <p:spPr>
          <a:xfrm>
            <a:off x="720000" y="3940900"/>
            <a:ext cx="2661000" cy="604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99" name="Google Shape;499;p13"/>
          <p:cNvSpPr txBox="1">
            <a:spLocks noGrp="1"/>
          </p:cNvSpPr>
          <p:nvPr>
            <p:ph type="subTitle" idx="4"/>
          </p:nvPr>
        </p:nvSpPr>
        <p:spPr>
          <a:xfrm>
            <a:off x="4366700" y="3940900"/>
            <a:ext cx="2661000" cy="604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00" name="Google Shape;500;p13"/>
          <p:cNvSpPr txBox="1">
            <a:spLocks noGrp="1"/>
          </p:cNvSpPr>
          <p:nvPr>
            <p:ph type="title" idx="5" hasCustomPrompt="1"/>
          </p:nvPr>
        </p:nvSpPr>
        <p:spPr>
          <a:xfrm>
            <a:off x="720003" y="1344775"/>
            <a:ext cx="1057500" cy="640200"/>
          </a:xfrm>
          <a:prstGeom prst="rect">
            <a:avLst/>
          </a:prstGeom>
          <a:noFill/>
        </p:spPr>
        <p:txBody>
          <a:bodyPr spcFirstLastPara="1" wrap="square" lIns="91425" tIns="91425" rIns="91425" bIns="91425" anchor="b" anchorCtr="0">
            <a:noAutofit/>
          </a:bodyPr>
          <a:lstStyle>
            <a:lvl1pPr lvl="0" rtl="0">
              <a:lnSpc>
                <a:spcPct val="115000"/>
              </a:lnSpc>
              <a:spcBef>
                <a:spcPts val="0"/>
              </a:spcBef>
              <a:spcAft>
                <a:spcPts val="0"/>
              </a:spcAft>
              <a:buSzPts val="3000"/>
              <a:buNone/>
              <a:defRPr>
                <a:latin typeface="Poppins"/>
                <a:ea typeface="Poppins"/>
                <a:cs typeface="Poppins"/>
                <a:sym typeface="Poppins"/>
              </a:defRPr>
            </a:lvl1pPr>
            <a:lvl2pPr lvl="1" rtl="0">
              <a:spcBef>
                <a:spcPts val="0"/>
              </a:spcBef>
              <a:spcAft>
                <a:spcPts val="0"/>
              </a:spcAft>
              <a:buSzPts val="3000"/>
              <a:buFont typeface="IBM Plex Mono"/>
              <a:buNone/>
              <a:defRPr sz="3000">
                <a:latin typeface="IBM Plex Mono"/>
                <a:ea typeface="IBM Plex Mono"/>
                <a:cs typeface="IBM Plex Mono"/>
                <a:sym typeface="IBM Plex Mono"/>
              </a:defRPr>
            </a:lvl2pPr>
            <a:lvl3pPr lvl="2" rtl="0">
              <a:spcBef>
                <a:spcPts val="0"/>
              </a:spcBef>
              <a:spcAft>
                <a:spcPts val="0"/>
              </a:spcAft>
              <a:buSzPts val="3000"/>
              <a:buFont typeface="IBM Plex Mono"/>
              <a:buNone/>
              <a:defRPr sz="3000">
                <a:latin typeface="IBM Plex Mono"/>
                <a:ea typeface="IBM Plex Mono"/>
                <a:cs typeface="IBM Plex Mono"/>
                <a:sym typeface="IBM Plex Mono"/>
              </a:defRPr>
            </a:lvl3pPr>
            <a:lvl4pPr lvl="3" rtl="0">
              <a:spcBef>
                <a:spcPts val="0"/>
              </a:spcBef>
              <a:spcAft>
                <a:spcPts val="0"/>
              </a:spcAft>
              <a:buSzPts val="3000"/>
              <a:buFont typeface="IBM Plex Mono"/>
              <a:buNone/>
              <a:defRPr sz="3000">
                <a:latin typeface="IBM Plex Mono"/>
                <a:ea typeface="IBM Plex Mono"/>
                <a:cs typeface="IBM Plex Mono"/>
                <a:sym typeface="IBM Plex Mono"/>
              </a:defRPr>
            </a:lvl4pPr>
            <a:lvl5pPr lvl="4" rtl="0">
              <a:spcBef>
                <a:spcPts val="0"/>
              </a:spcBef>
              <a:spcAft>
                <a:spcPts val="0"/>
              </a:spcAft>
              <a:buSzPts val="3000"/>
              <a:buFont typeface="IBM Plex Mono"/>
              <a:buNone/>
              <a:defRPr sz="3000">
                <a:latin typeface="IBM Plex Mono"/>
                <a:ea typeface="IBM Plex Mono"/>
                <a:cs typeface="IBM Plex Mono"/>
                <a:sym typeface="IBM Plex Mono"/>
              </a:defRPr>
            </a:lvl5pPr>
            <a:lvl6pPr lvl="5" rtl="0">
              <a:spcBef>
                <a:spcPts val="0"/>
              </a:spcBef>
              <a:spcAft>
                <a:spcPts val="0"/>
              </a:spcAft>
              <a:buSzPts val="3000"/>
              <a:buFont typeface="IBM Plex Mono"/>
              <a:buNone/>
              <a:defRPr sz="3000">
                <a:latin typeface="IBM Plex Mono"/>
                <a:ea typeface="IBM Plex Mono"/>
                <a:cs typeface="IBM Plex Mono"/>
                <a:sym typeface="IBM Plex Mono"/>
              </a:defRPr>
            </a:lvl6pPr>
            <a:lvl7pPr lvl="6" rtl="0">
              <a:spcBef>
                <a:spcPts val="0"/>
              </a:spcBef>
              <a:spcAft>
                <a:spcPts val="0"/>
              </a:spcAft>
              <a:buSzPts val="3000"/>
              <a:buFont typeface="IBM Plex Mono"/>
              <a:buNone/>
              <a:defRPr sz="3000">
                <a:latin typeface="IBM Plex Mono"/>
                <a:ea typeface="IBM Plex Mono"/>
                <a:cs typeface="IBM Plex Mono"/>
                <a:sym typeface="IBM Plex Mono"/>
              </a:defRPr>
            </a:lvl7pPr>
            <a:lvl8pPr lvl="7" rtl="0">
              <a:spcBef>
                <a:spcPts val="0"/>
              </a:spcBef>
              <a:spcAft>
                <a:spcPts val="0"/>
              </a:spcAft>
              <a:buSzPts val="3000"/>
              <a:buFont typeface="IBM Plex Mono"/>
              <a:buNone/>
              <a:defRPr sz="3000">
                <a:latin typeface="IBM Plex Mono"/>
                <a:ea typeface="IBM Plex Mono"/>
                <a:cs typeface="IBM Plex Mono"/>
                <a:sym typeface="IBM Plex Mono"/>
              </a:defRPr>
            </a:lvl8pPr>
            <a:lvl9pPr lvl="8" rtl="0">
              <a:spcBef>
                <a:spcPts val="0"/>
              </a:spcBef>
              <a:spcAft>
                <a:spcPts val="0"/>
              </a:spcAft>
              <a:buSzPts val="3000"/>
              <a:buFont typeface="IBM Plex Mono"/>
              <a:buNone/>
              <a:defRPr sz="3000">
                <a:latin typeface="IBM Plex Mono"/>
                <a:ea typeface="IBM Plex Mono"/>
                <a:cs typeface="IBM Plex Mono"/>
                <a:sym typeface="IBM Plex Mono"/>
              </a:defRPr>
            </a:lvl9pPr>
          </a:lstStyle>
          <a:p>
            <a:r>
              <a:t>xx%</a:t>
            </a:r>
          </a:p>
        </p:txBody>
      </p:sp>
      <p:sp>
        <p:nvSpPr>
          <p:cNvPr id="501" name="Google Shape;501;p13"/>
          <p:cNvSpPr txBox="1">
            <a:spLocks noGrp="1"/>
          </p:cNvSpPr>
          <p:nvPr>
            <p:ph type="title" idx="6" hasCustomPrompt="1"/>
          </p:nvPr>
        </p:nvSpPr>
        <p:spPr>
          <a:xfrm>
            <a:off x="720003" y="3040971"/>
            <a:ext cx="1057500" cy="640200"/>
          </a:xfrm>
          <a:prstGeom prst="rect">
            <a:avLst/>
          </a:prstGeom>
          <a:noFill/>
        </p:spPr>
        <p:txBody>
          <a:bodyPr spcFirstLastPara="1" wrap="square" lIns="91425" tIns="91425" rIns="91425" bIns="91425" anchor="b" anchorCtr="0">
            <a:noAutofit/>
          </a:bodyPr>
          <a:lstStyle>
            <a:lvl1pPr lvl="0" rtl="0">
              <a:lnSpc>
                <a:spcPct val="115000"/>
              </a:lnSpc>
              <a:spcBef>
                <a:spcPts val="0"/>
              </a:spcBef>
              <a:spcAft>
                <a:spcPts val="0"/>
              </a:spcAft>
              <a:buSzPts val="3000"/>
              <a:buNone/>
              <a:defRPr>
                <a:latin typeface="Poppins"/>
                <a:ea typeface="Poppins"/>
                <a:cs typeface="Poppins"/>
                <a:sym typeface="Poppins"/>
              </a:defRPr>
            </a:lvl1pPr>
            <a:lvl2pPr lvl="1" rtl="0">
              <a:spcBef>
                <a:spcPts val="0"/>
              </a:spcBef>
              <a:spcAft>
                <a:spcPts val="0"/>
              </a:spcAft>
              <a:buSzPts val="3000"/>
              <a:buFont typeface="IBM Plex Mono"/>
              <a:buNone/>
              <a:defRPr sz="3000">
                <a:latin typeface="IBM Plex Mono"/>
                <a:ea typeface="IBM Plex Mono"/>
                <a:cs typeface="IBM Plex Mono"/>
                <a:sym typeface="IBM Plex Mono"/>
              </a:defRPr>
            </a:lvl2pPr>
            <a:lvl3pPr lvl="2" rtl="0">
              <a:spcBef>
                <a:spcPts val="0"/>
              </a:spcBef>
              <a:spcAft>
                <a:spcPts val="0"/>
              </a:spcAft>
              <a:buSzPts val="3000"/>
              <a:buFont typeface="IBM Plex Mono"/>
              <a:buNone/>
              <a:defRPr sz="3000">
                <a:latin typeface="IBM Plex Mono"/>
                <a:ea typeface="IBM Plex Mono"/>
                <a:cs typeface="IBM Plex Mono"/>
                <a:sym typeface="IBM Plex Mono"/>
              </a:defRPr>
            </a:lvl3pPr>
            <a:lvl4pPr lvl="3" rtl="0">
              <a:spcBef>
                <a:spcPts val="0"/>
              </a:spcBef>
              <a:spcAft>
                <a:spcPts val="0"/>
              </a:spcAft>
              <a:buSzPts val="3000"/>
              <a:buFont typeface="IBM Plex Mono"/>
              <a:buNone/>
              <a:defRPr sz="3000">
                <a:latin typeface="IBM Plex Mono"/>
                <a:ea typeface="IBM Plex Mono"/>
                <a:cs typeface="IBM Plex Mono"/>
                <a:sym typeface="IBM Plex Mono"/>
              </a:defRPr>
            </a:lvl4pPr>
            <a:lvl5pPr lvl="4" rtl="0">
              <a:spcBef>
                <a:spcPts val="0"/>
              </a:spcBef>
              <a:spcAft>
                <a:spcPts val="0"/>
              </a:spcAft>
              <a:buSzPts val="3000"/>
              <a:buFont typeface="IBM Plex Mono"/>
              <a:buNone/>
              <a:defRPr sz="3000">
                <a:latin typeface="IBM Plex Mono"/>
                <a:ea typeface="IBM Plex Mono"/>
                <a:cs typeface="IBM Plex Mono"/>
                <a:sym typeface="IBM Plex Mono"/>
              </a:defRPr>
            </a:lvl5pPr>
            <a:lvl6pPr lvl="5" rtl="0">
              <a:spcBef>
                <a:spcPts val="0"/>
              </a:spcBef>
              <a:spcAft>
                <a:spcPts val="0"/>
              </a:spcAft>
              <a:buSzPts val="3000"/>
              <a:buFont typeface="IBM Plex Mono"/>
              <a:buNone/>
              <a:defRPr sz="3000">
                <a:latin typeface="IBM Plex Mono"/>
                <a:ea typeface="IBM Plex Mono"/>
                <a:cs typeface="IBM Plex Mono"/>
                <a:sym typeface="IBM Plex Mono"/>
              </a:defRPr>
            </a:lvl6pPr>
            <a:lvl7pPr lvl="6" rtl="0">
              <a:spcBef>
                <a:spcPts val="0"/>
              </a:spcBef>
              <a:spcAft>
                <a:spcPts val="0"/>
              </a:spcAft>
              <a:buSzPts val="3000"/>
              <a:buFont typeface="IBM Plex Mono"/>
              <a:buNone/>
              <a:defRPr sz="3000">
                <a:latin typeface="IBM Plex Mono"/>
                <a:ea typeface="IBM Plex Mono"/>
                <a:cs typeface="IBM Plex Mono"/>
                <a:sym typeface="IBM Plex Mono"/>
              </a:defRPr>
            </a:lvl7pPr>
            <a:lvl8pPr lvl="7" rtl="0">
              <a:spcBef>
                <a:spcPts val="0"/>
              </a:spcBef>
              <a:spcAft>
                <a:spcPts val="0"/>
              </a:spcAft>
              <a:buSzPts val="3000"/>
              <a:buFont typeface="IBM Plex Mono"/>
              <a:buNone/>
              <a:defRPr sz="3000">
                <a:latin typeface="IBM Plex Mono"/>
                <a:ea typeface="IBM Plex Mono"/>
                <a:cs typeface="IBM Plex Mono"/>
                <a:sym typeface="IBM Plex Mono"/>
              </a:defRPr>
            </a:lvl8pPr>
            <a:lvl9pPr lvl="8" rtl="0">
              <a:spcBef>
                <a:spcPts val="0"/>
              </a:spcBef>
              <a:spcAft>
                <a:spcPts val="0"/>
              </a:spcAft>
              <a:buSzPts val="3000"/>
              <a:buFont typeface="IBM Plex Mono"/>
              <a:buNone/>
              <a:defRPr sz="3000">
                <a:latin typeface="IBM Plex Mono"/>
                <a:ea typeface="IBM Plex Mono"/>
                <a:cs typeface="IBM Plex Mono"/>
                <a:sym typeface="IBM Plex Mono"/>
              </a:defRPr>
            </a:lvl9pPr>
          </a:lstStyle>
          <a:p>
            <a:r>
              <a:t>xx%</a:t>
            </a:r>
          </a:p>
        </p:txBody>
      </p:sp>
      <p:sp>
        <p:nvSpPr>
          <p:cNvPr id="502" name="Google Shape;502;p13"/>
          <p:cNvSpPr txBox="1">
            <a:spLocks noGrp="1"/>
          </p:cNvSpPr>
          <p:nvPr>
            <p:ph type="title" idx="7" hasCustomPrompt="1"/>
          </p:nvPr>
        </p:nvSpPr>
        <p:spPr>
          <a:xfrm>
            <a:off x="4366698" y="1344775"/>
            <a:ext cx="1057500" cy="640200"/>
          </a:xfrm>
          <a:prstGeom prst="rect">
            <a:avLst/>
          </a:prstGeom>
          <a:noFill/>
        </p:spPr>
        <p:txBody>
          <a:bodyPr spcFirstLastPara="1" wrap="square" lIns="91425" tIns="91425" rIns="91425" bIns="91425" anchor="b" anchorCtr="0">
            <a:noAutofit/>
          </a:bodyPr>
          <a:lstStyle>
            <a:lvl1pPr lvl="0" rtl="0">
              <a:lnSpc>
                <a:spcPct val="115000"/>
              </a:lnSpc>
              <a:spcBef>
                <a:spcPts val="0"/>
              </a:spcBef>
              <a:spcAft>
                <a:spcPts val="0"/>
              </a:spcAft>
              <a:buSzPts val="3000"/>
              <a:buNone/>
              <a:defRPr>
                <a:latin typeface="Poppins"/>
                <a:ea typeface="Poppins"/>
                <a:cs typeface="Poppins"/>
                <a:sym typeface="Poppins"/>
              </a:defRPr>
            </a:lvl1pPr>
            <a:lvl2pPr lvl="1" rtl="0">
              <a:spcBef>
                <a:spcPts val="0"/>
              </a:spcBef>
              <a:spcAft>
                <a:spcPts val="0"/>
              </a:spcAft>
              <a:buSzPts val="3000"/>
              <a:buFont typeface="IBM Plex Mono"/>
              <a:buNone/>
              <a:defRPr sz="3000">
                <a:latin typeface="IBM Plex Mono"/>
                <a:ea typeface="IBM Plex Mono"/>
                <a:cs typeface="IBM Plex Mono"/>
                <a:sym typeface="IBM Plex Mono"/>
              </a:defRPr>
            </a:lvl2pPr>
            <a:lvl3pPr lvl="2" rtl="0">
              <a:spcBef>
                <a:spcPts val="0"/>
              </a:spcBef>
              <a:spcAft>
                <a:spcPts val="0"/>
              </a:spcAft>
              <a:buSzPts val="3000"/>
              <a:buFont typeface="IBM Plex Mono"/>
              <a:buNone/>
              <a:defRPr sz="3000">
                <a:latin typeface="IBM Plex Mono"/>
                <a:ea typeface="IBM Plex Mono"/>
                <a:cs typeface="IBM Plex Mono"/>
                <a:sym typeface="IBM Plex Mono"/>
              </a:defRPr>
            </a:lvl3pPr>
            <a:lvl4pPr lvl="3" rtl="0">
              <a:spcBef>
                <a:spcPts val="0"/>
              </a:spcBef>
              <a:spcAft>
                <a:spcPts val="0"/>
              </a:spcAft>
              <a:buSzPts val="3000"/>
              <a:buFont typeface="IBM Plex Mono"/>
              <a:buNone/>
              <a:defRPr sz="3000">
                <a:latin typeface="IBM Plex Mono"/>
                <a:ea typeface="IBM Plex Mono"/>
                <a:cs typeface="IBM Plex Mono"/>
                <a:sym typeface="IBM Plex Mono"/>
              </a:defRPr>
            </a:lvl4pPr>
            <a:lvl5pPr lvl="4" rtl="0">
              <a:spcBef>
                <a:spcPts val="0"/>
              </a:spcBef>
              <a:spcAft>
                <a:spcPts val="0"/>
              </a:spcAft>
              <a:buSzPts val="3000"/>
              <a:buFont typeface="IBM Plex Mono"/>
              <a:buNone/>
              <a:defRPr sz="3000">
                <a:latin typeface="IBM Plex Mono"/>
                <a:ea typeface="IBM Plex Mono"/>
                <a:cs typeface="IBM Plex Mono"/>
                <a:sym typeface="IBM Plex Mono"/>
              </a:defRPr>
            </a:lvl5pPr>
            <a:lvl6pPr lvl="5" rtl="0">
              <a:spcBef>
                <a:spcPts val="0"/>
              </a:spcBef>
              <a:spcAft>
                <a:spcPts val="0"/>
              </a:spcAft>
              <a:buSzPts val="3000"/>
              <a:buFont typeface="IBM Plex Mono"/>
              <a:buNone/>
              <a:defRPr sz="3000">
                <a:latin typeface="IBM Plex Mono"/>
                <a:ea typeface="IBM Plex Mono"/>
                <a:cs typeface="IBM Plex Mono"/>
                <a:sym typeface="IBM Plex Mono"/>
              </a:defRPr>
            </a:lvl6pPr>
            <a:lvl7pPr lvl="6" rtl="0">
              <a:spcBef>
                <a:spcPts val="0"/>
              </a:spcBef>
              <a:spcAft>
                <a:spcPts val="0"/>
              </a:spcAft>
              <a:buSzPts val="3000"/>
              <a:buFont typeface="IBM Plex Mono"/>
              <a:buNone/>
              <a:defRPr sz="3000">
                <a:latin typeface="IBM Plex Mono"/>
                <a:ea typeface="IBM Plex Mono"/>
                <a:cs typeface="IBM Plex Mono"/>
                <a:sym typeface="IBM Plex Mono"/>
              </a:defRPr>
            </a:lvl7pPr>
            <a:lvl8pPr lvl="7" rtl="0">
              <a:spcBef>
                <a:spcPts val="0"/>
              </a:spcBef>
              <a:spcAft>
                <a:spcPts val="0"/>
              </a:spcAft>
              <a:buSzPts val="3000"/>
              <a:buFont typeface="IBM Plex Mono"/>
              <a:buNone/>
              <a:defRPr sz="3000">
                <a:latin typeface="IBM Plex Mono"/>
                <a:ea typeface="IBM Plex Mono"/>
                <a:cs typeface="IBM Plex Mono"/>
                <a:sym typeface="IBM Plex Mono"/>
              </a:defRPr>
            </a:lvl8pPr>
            <a:lvl9pPr lvl="8" rtl="0">
              <a:spcBef>
                <a:spcPts val="0"/>
              </a:spcBef>
              <a:spcAft>
                <a:spcPts val="0"/>
              </a:spcAft>
              <a:buSzPts val="3000"/>
              <a:buFont typeface="IBM Plex Mono"/>
              <a:buNone/>
              <a:defRPr sz="3000">
                <a:latin typeface="IBM Plex Mono"/>
                <a:ea typeface="IBM Plex Mono"/>
                <a:cs typeface="IBM Plex Mono"/>
                <a:sym typeface="IBM Plex Mono"/>
              </a:defRPr>
            </a:lvl9pPr>
          </a:lstStyle>
          <a:p>
            <a:r>
              <a:t>xx%</a:t>
            </a:r>
          </a:p>
        </p:txBody>
      </p:sp>
      <p:sp>
        <p:nvSpPr>
          <p:cNvPr id="503" name="Google Shape;503;p13"/>
          <p:cNvSpPr txBox="1">
            <a:spLocks noGrp="1"/>
          </p:cNvSpPr>
          <p:nvPr>
            <p:ph type="title" idx="8" hasCustomPrompt="1"/>
          </p:nvPr>
        </p:nvSpPr>
        <p:spPr>
          <a:xfrm>
            <a:off x="4366698" y="3040971"/>
            <a:ext cx="1057500" cy="640200"/>
          </a:xfrm>
          <a:prstGeom prst="rect">
            <a:avLst/>
          </a:prstGeom>
          <a:noFill/>
        </p:spPr>
        <p:txBody>
          <a:bodyPr spcFirstLastPara="1" wrap="square" lIns="91425" tIns="91425" rIns="91425" bIns="91425" anchor="b" anchorCtr="0">
            <a:noAutofit/>
          </a:bodyPr>
          <a:lstStyle>
            <a:lvl1pPr lvl="0" rtl="0">
              <a:lnSpc>
                <a:spcPct val="115000"/>
              </a:lnSpc>
              <a:spcBef>
                <a:spcPts val="0"/>
              </a:spcBef>
              <a:spcAft>
                <a:spcPts val="0"/>
              </a:spcAft>
              <a:buSzPts val="3000"/>
              <a:buNone/>
              <a:defRPr>
                <a:latin typeface="Poppins"/>
                <a:ea typeface="Poppins"/>
                <a:cs typeface="Poppins"/>
                <a:sym typeface="Poppins"/>
              </a:defRPr>
            </a:lvl1pPr>
            <a:lvl2pPr lvl="1" rtl="0">
              <a:spcBef>
                <a:spcPts val="0"/>
              </a:spcBef>
              <a:spcAft>
                <a:spcPts val="0"/>
              </a:spcAft>
              <a:buSzPts val="3000"/>
              <a:buFont typeface="IBM Plex Mono"/>
              <a:buNone/>
              <a:defRPr sz="3000">
                <a:latin typeface="IBM Plex Mono"/>
                <a:ea typeface="IBM Plex Mono"/>
                <a:cs typeface="IBM Plex Mono"/>
                <a:sym typeface="IBM Plex Mono"/>
              </a:defRPr>
            </a:lvl2pPr>
            <a:lvl3pPr lvl="2" rtl="0">
              <a:spcBef>
                <a:spcPts val="0"/>
              </a:spcBef>
              <a:spcAft>
                <a:spcPts val="0"/>
              </a:spcAft>
              <a:buSzPts val="3000"/>
              <a:buFont typeface="IBM Plex Mono"/>
              <a:buNone/>
              <a:defRPr sz="3000">
                <a:latin typeface="IBM Plex Mono"/>
                <a:ea typeface="IBM Plex Mono"/>
                <a:cs typeface="IBM Plex Mono"/>
                <a:sym typeface="IBM Plex Mono"/>
              </a:defRPr>
            </a:lvl3pPr>
            <a:lvl4pPr lvl="3" rtl="0">
              <a:spcBef>
                <a:spcPts val="0"/>
              </a:spcBef>
              <a:spcAft>
                <a:spcPts val="0"/>
              </a:spcAft>
              <a:buSzPts val="3000"/>
              <a:buFont typeface="IBM Plex Mono"/>
              <a:buNone/>
              <a:defRPr sz="3000">
                <a:latin typeface="IBM Plex Mono"/>
                <a:ea typeface="IBM Plex Mono"/>
                <a:cs typeface="IBM Plex Mono"/>
                <a:sym typeface="IBM Plex Mono"/>
              </a:defRPr>
            </a:lvl4pPr>
            <a:lvl5pPr lvl="4" rtl="0">
              <a:spcBef>
                <a:spcPts val="0"/>
              </a:spcBef>
              <a:spcAft>
                <a:spcPts val="0"/>
              </a:spcAft>
              <a:buSzPts val="3000"/>
              <a:buFont typeface="IBM Plex Mono"/>
              <a:buNone/>
              <a:defRPr sz="3000">
                <a:latin typeface="IBM Plex Mono"/>
                <a:ea typeface="IBM Plex Mono"/>
                <a:cs typeface="IBM Plex Mono"/>
                <a:sym typeface="IBM Plex Mono"/>
              </a:defRPr>
            </a:lvl5pPr>
            <a:lvl6pPr lvl="5" rtl="0">
              <a:spcBef>
                <a:spcPts val="0"/>
              </a:spcBef>
              <a:spcAft>
                <a:spcPts val="0"/>
              </a:spcAft>
              <a:buSzPts val="3000"/>
              <a:buFont typeface="IBM Plex Mono"/>
              <a:buNone/>
              <a:defRPr sz="3000">
                <a:latin typeface="IBM Plex Mono"/>
                <a:ea typeface="IBM Plex Mono"/>
                <a:cs typeface="IBM Plex Mono"/>
                <a:sym typeface="IBM Plex Mono"/>
              </a:defRPr>
            </a:lvl6pPr>
            <a:lvl7pPr lvl="6" rtl="0">
              <a:spcBef>
                <a:spcPts val="0"/>
              </a:spcBef>
              <a:spcAft>
                <a:spcPts val="0"/>
              </a:spcAft>
              <a:buSzPts val="3000"/>
              <a:buFont typeface="IBM Plex Mono"/>
              <a:buNone/>
              <a:defRPr sz="3000">
                <a:latin typeface="IBM Plex Mono"/>
                <a:ea typeface="IBM Plex Mono"/>
                <a:cs typeface="IBM Plex Mono"/>
                <a:sym typeface="IBM Plex Mono"/>
              </a:defRPr>
            </a:lvl7pPr>
            <a:lvl8pPr lvl="7" rtl="0">
              <a:spcBef>
                <a:spcPts val="0"/>
              </a:spcBef>
              <a:spcAft>
                <a:spcPts val="0"/>
              </a:spcAft>
              <a:buSzPts val="3000"/>
              <a:buFont typeface="IBM Plex Mono"/>
              <a:buNone/>
              <a:defRPr sz="3000">
                <a:latin typeface="IBM Plex Mono"/>
                <a:ea typeface="IBM Plex Mono"/>
                <a:cs typeface="IBM Plex Mono"/>
                <a:sym typeface="IBM Plex Mono"/>
              </a:defRPr>
            </a:lvl8pPr>
            <a:lvl9pPr lvl="8" rtl="0">
              <a:spcBef>
                <a:spcPts val="0"/>
              </a:spcBef>
              <a:spcAft>
                <a:spcPts val="0"/>
              </a:spcAft>
              <a:buSzPts val="3000"/>
              <a:buFont typeface="IBM Plex Mono"/>
              <a:buNone/>
              <a:defRPr sz="3000">
                <a:latin typeface="IBM Plex Mono"/>
                <a:ea typeface="IBM Plex Mono"/>
                <a:cs typeface="IBM Plex Mono"/>
                <a:sym typeface="IBM Plex Mono"/>
              </a:defRPr>
            </a:lvl9pPr>
          </a:lstStyle>
          <a:p>
            <a:r>
              <a:t>xx%</a:t>
            </a:r>
          </a:p>
        </p:txBody>
      </p:sp>
      <p:sp>
        <p:nvSpPr>
          <p:cNvPr id="504" name="Google Shape;504;p13"/>
          <p:cNvSpPr txBox="1">
            <a:spLocks noGrp="1"/>
          </p:cNvSpPr>
          <p:nvPr>
            <p:ph type="subTitle" idx="9"/>
          </p:nvPr>
        </p:nvSpPr>
        <p:spPr>
          <a:xfrm>
            <a:off x="720000" y="1918675"/>
            <a:ext cx="32337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Source Code Pro"/>
              <a:buNone/>
              <a:defRPr sz="19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2pPr>
            <a:lvl3pPr lvl="2"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3pPr>
            <a:lvl4pPr lvl="3"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4pPr>
            <a:lvl5pPr lvl="4"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5pPr>
            <a:lvl6pPr lvl="5"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6pPr>
            <a:lvl7pPr lvl="6"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7pPr>
            <a:lvl8pPr lvl="7"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8pPr>
            <a:lvl9pPr lvl="8"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9pPr>
          </a:lstStyle>
          <a:p>
            <a:endParaRPr/>
          </a:p>
        </p:txBody>
      </p:sp>
      <p:sp>
        <p:nvSpPr>
          <p:cNvPr id="505" name="Google Shape;505;p13"/>
          <p:cNvSpPr txBox="1">
            <a:spLocks noGrp="1"/>
          </p:cNvSpPr>
          <p:nvPr>
            <p:ph type="subTitle" idx="13"/>
          </p:nvPr>
        </p:nvSpPr>
        <p:spPr>
          <a:xfrm>
            <a:off x="4366698" y="1918675"/>
            <a:ext cx="32337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Source Code Pro"/>
              <a:buNone/>
              <a:defRPr sz="19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2pPr>
            <a:lvl3pPr lvl="2"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3pPr>
            <a:lvl4pPr lvl="3"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4pPr>
            <a:lvl5pPr lvl="4"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5pPr>
            <a:lvl6pPr lvl="5"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6pPr>
            <a:lvl7pPr lvl="6"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7pPr>
            <a:lvl8pPr lvl="7"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8pPr>
            <a:lvl9pPr lvl="8"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9pPr>
          </a:lstStyle>
          <a:p>
            <a:endParaRPr/>
          </a:p>
        </p:txBody>
      </p:sp>
      <p:sp>
        <p:nvSpPr>
          <p:cNvPr id="506" name="Google Shape;506;p13"/>
          <p:cNvSpPr txBox="1">
            <a:spLocks noGrp="1"/>
          </p:cNvSpPr>
          <p:nvPr>
            <p:ph type="subTitle" idx="14"/>
          </p:nvPr>
        </p:nvSpPr>
        <p:spPr>
          <a:xfrm>
            <a:off x="720000" y="3614801"/>
            <a:ext cx="32337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19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507" name="Google Shape;507;p13"/>
          <p:cNvSpPr txBox="1">
            <a:spLocks noGrp="1"/>
          </p:cNvSpPr>
          <p:nvPr>
            <p:ph type="subTitle" idx="15"/>
          </p:nvPr>
        </p:nvSpPr>
        <p:spPr>
          <a:xfrm>
            <a:off x="4366698" y="3614801"/>
            <a:ext cx="32337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19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grpSp>
        <p:nvGrpSpPr>
          <p:cNvPr id="508" name="Google Shape;508;p13"/>
          <p:cNvGrpSpPr/>
          <p:nvPr/>
        </p:nvGrpSpPr>
        <p:grpSpPr>
          <a:xfrm>
            <a:off x="-808923" y="2711465"/>
            <a:ext cx="2097951" cy="3309497"/>
            <a:chOff x="-656523" y="2711465"/>
            <a:chExt cx="2097951" cy="3309497"/>
          </a:xfrm>
        </p:grpSpPr>
        <p:sp>
          <p:nvSpPr>
            <p:cNvPr id="509" name="Google Shape;509;p13"/>
            <p:cNvSpPr/>
            <p:nvPr/>
          </p:nvSpPr>
          <p:spPr>
            <a:xfrm flipH="1">
              <a:off x="-352474" y="4279466"/>
              <a:ext cx="1139424" cy="986746"/>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10" name="Google Shape;510;p13"/>
            <p:cNvGrpSpPr/>
            <p:nvPr/>
          </p:nvGrpSpPr>
          <p:grpSpPr>
            <a:xfrm>
              <a:off x="323479" y="4682324"/>
              <a:ext cx="328346" cy="328531"/>
              <a:chOff x="3678700" y="407275"/>
              <a:chExt cx="708100" cy="708500"/>
            </a:xfrm>
          </p:grpSpPr>
          <p:sp>
            <p:nvSpPr>
              <p:cNvPr id="511" name="Google Shape;511;p13"/>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13"/>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13"/>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13"/>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13"/>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13"/>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13"/>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8" name="Google Shape;518;p13"/>
            <p:cNvGrpSpPr/>
            <p:nvPr/>
          </p:nvGrpSpPr>
          <p:grpSpPr>
            <a:xfrm>
              <a:off x="-541317" y="2711465"/>
              <a:ext cx="1117945" cy="1598547"/>
              <a:chOff x="-541317" y="2711465"/>
              <a:chExt cx="1117945" cy="1598547"/>
            </a:xfrm>
          </p:grpSpPr>
          <p:sp>
            <p:nvSpPr>
              <p:cNvPr id="519" name="Google Shape;519;p13"/>
              <p:cNvSpPr/>
              <p:nvPr/>
            </p:nvSpPr>
            <p:spPr>
              <a:xfrm rot="8999999">
                <a:off x="-132025" y="2659081"/>
                <a:ext cx="246869" cy="1703314"/>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solidFill>
                <a:schemeClr val="dk2">
                  <a:alpha val="313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20" name="Google Shape;520;p13"/>
              <p:cNvGrpSpPr/>
              <p:nvPr/>
            </p:nvGrpSpPr>
            <p:grpSpPr>
              <a:xfrm>
                <a:off x="442584" y="4120912"/>
                <a:ext cx="134044" cy="134013"/>
                <a:chOff x="1101075" y="2142375"/>
                <a:chExt cx="439200" cy="439100"/>
              </a:xfrm>
            </p:grpSpPr>
            <p:sp>
              <p:nvSpPr>
                <p:cNvPr id="521" name="Google Shape;521;p13"/>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0C0A9E">
                        <a:alpha val="37254"/>
                      </a:srgbClr>
                    </a:gs>
                    <a:gs pos="100000">
                      <a:srgbClr val="FFFFFF">
                        <a:alpha val="0"/>
                      </a:srgbClr>
                    </a:gs>
                  </a:gsLst>
                  <a:lin ang="13500032" scaled="0"/>
                </a:gradFill>
                <a:ln>
                  <a:noFill/>
                </a:ln>
                <a:effectLst>
                  <a:outerShdw blurRad="42863" dist="9525" dir="2280000" algn="bl" rotWithShape="0">
                    <a:schemeClr val="lt2"/>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13"/>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0C0A9E">
                        <a:alpha val="37254"/>
                      </a:srgbClr>
                    </a:gs>
                    <a:gs pos="100000">
                      <a:srgbClr val="FFFFFF">
                        <a:alpha val="0"/>
                      </a:srgbClr>
                    </a:gs>
                  </a:gsLst>
                  <a:lin ang="13500032" scaled="0"/>
                </a:gradFill>
                <a:ln>
                  <a:noFill/>
                </a:ln>
                <a:effectLst>
                  <a:outerShdw blurRad="42863" dist="9525" dir="2280000" algn="bl" rotWithShape="0">
                    <a:schemeClr val="lt2"/>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23" name="Google Shape;523;p13"/>
            <p:cNvGrpSpPr/>
            <p:nvPr/>
          </p:nvGrpSpPr>
          <p:grpSpPr>
            <a:xfrm rot="-9080766">
              <a:off x="-341725" y="3731687"/>
              <a:ext cx="1117904" cy="1598488"/>
              <a:chOff x="-541317" y="2711465"/>
              <a:chExt cx="1117945" cy="1598547"/>
            </a:xfrm>
          </p:grpSpPr>
          <p:sp>
            <p:nvSpPr>
              <p:cNvPr id="524" name="Google Shape;524;p13"/>
              <p:cNvSpPr/>
              <p:nvPr/>
            </p:nvSpPr>
            <p:spPr>
              <a:xfrm rot="8999999">
                <a:off x="-132025" y="2659081"/>
                <a:ext cx="246869" cy="1703314"/>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solidFill>
                <a:schemeClr val="dk2">
                  <a:alpha val="313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25" name="Google Shape;525;p13"/>
              <p:cNvGrpSpPr/>
              <p:nvPr/>
            </p:nvGrpSpPr>
            <p:grpSpPr>
              <a:xfrm>
                <a:off x="442584" y="4120912"/>
                <a:ext cx="134044" cy="134013"/>
                <a:chOff x="1101075" y="2142375"/>
                <a:chExt cx="439200" cy="439100"/>
              </a:xfrm>
            </p:grpSpPr>
            <p:sp>
              <p:nvSpPr>
                <p:cNvPr id="526" name="Google Shape;526;p13"/>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0C0A9E">
                        <a:alpha val="37254"/>
                      </a:srgbClr>
                    </a:gs>
                    <a:gs pos="100000">
                      <a:srgbClr val="FFFFFF">
                        <a:alpha val="0"/>
                      </a:srgbClr>
                    </a:gs>
                  </a:gsLst>
                  <a:lin ang="13500032" scaled="0"/>
                </a:gradFill>
                <a:ln>
                  <a:noFill/>
                </a:ln>
                <a:effectLst>
                  <a:outerShdw blurRad="42863" dist="9525" dir="2280000" algn="bl" rotWithShape="0">
                    <a:schemeClr val="lt2"/>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13"/>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0C0A9E">
                        <a:alpha val="37254"/>
                      </a:srgbClr>
                    </a:gs>
                    <a:gs pos="100000">
                      <a:srgbClr val="FFFFFF">
                        <a:alpha val="0"/>
                      </a:srgbClr>
                    </a:gs>
                  </a:gsLst>
                  <a:lin ang="13500032" scaled="0"/>
                </a:gradFill>
                <a:ln>
                  <a:noFill/>
                </a:ln>
                <a:effectLst>
                  <a:outerShdw blurRad="42863" dist="9525" dir="2280000" algn="bl" rotWithShape="0">
                    <a:schemeClr val="lt2"/>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28" name="Google Shape;528;p13"/>
            <p:cNvGrpSpPr/>
            <p:nvPr/>
          </p:nvGrpSpPr>
          <p:grpSpPr>
            <a:xfrm rot="10800000">
              <a:off x="323483" y="4422415"/>
              <a:ext cx="1117945" cy="1598547"/>
              <a:chOff x="-541317" y="2711465"/>
              <a:chExt cx="1117945" cy="1598547"/>
            </a:xfrm>
          </p:grpSpPr>
          <p:sp>
            <p:nvSpPr>
              <p:cNvPr id="529" name="Google Shape;529;p13"/>
              <p:cNvSpPr/>
              <p:nvPr/>
            </p:nvSpPr>
            <p:spPr>
              <a:xfrm rot="8999999">
                <a:off x="-132025" y="2659081"/>
                <a:ext cx="246869" cy="1703314"/>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solidFill>
                <a:schemeClr val="dk2">
                  <a:alpha val="313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30" name="Google Shape;530;p13"/>
              <p:cNvGrpSpPr/>
              <p:nvPr/>
            </p:nvGrpSpPr>
            <p:grpSpPr>
              <a:xfrm>
                <a:off x="442584" y="4120912"/>
                <a:ext cx="134044" cy="134013"/>
                <a:chOff x="1101075" y="2142375"/>
                <a:chExt cx="439200" cy="439100"/>
              </a:xfrm>
            </p:grpSpPr>
            <p:sp>
              <p:nvSpPr>
                <p:cNvPr id="531" name="Google Shape;531;p13"/>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0C0A9E">
                        <a:alpha val="37254"/>
                      </a:srgbClr>
                    </a:gs>
                    <a:gs pos="100000">
                      <a:srgbClr val="FFFFFF">
                        <a:alpha val="0"/>
                      </a:srgbClr>
                    </a:gs>
                  </a:gsLst>
                  <a:lin ang="13500032" scaled="0"/>
                </a:gradFill>
                <a:ln>
                  <a:noFill/>
                </a:ln>
                <a:effectLst>
                  <a:outerShdw blurRad="42863" dist="9525" dir="2280000" algn="bl" rotWithShape="0">
                    <a:schemeClr val="lt2"/>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13"/>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0C0A9E">
                        <a:alpha val="37254"/>
                      </a:srgbClr>
                    </a:gs>
                    <a:gs pos="100000">
                      <a:srgbClr val="FFFFFF">
                        <a:alpha val="0"/>
                      </a:srgbClr>
                    </a:gs>
                  </a:gsLst>
                  <a:lin ang="13500032" scaled="0"/>
                </a:gradFill>
                <a:ln>
                  <a:noFill/>
                </a:ln>
                <a:effectLst>
                  <a:outerShdw blurRad="42863" dist="9525" dir="2280000" algn="bl" rotWithShape="0">
                    <a:schemeClr val="lt2"/>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533" name="Google Shape;533;p13"/>
          <p:cNvGrpSpPr/>
          <p:nvPr/>
        </p:nvGrpSpPr>
        <p:grpSpPr>
          <a:xfrm>
            <a:off x="6470875" y="-1735180"/>
            <a:ext cx="4257000" cy="4171657"/>
            <a:chOff x="6394675" y="-1658980"/>
            <a:chExt cx="4257000" cy="4171657"/>
          </a:xfrm>
        </p:grpSpPr>
        <p:grpSp>
          <p:nvGrpSpPr>
            <p:cNvPr id="534" name="Google Shape;534;p13"/>
            <p:cNvGrpSpPr/>
            <p:nvPr/>
          </p:nvGrpSpPr>
          <p:grpSpPr>
            <a:xfrm rot="-2700000" flipH="1">
              <a:off x="7289785" y="-1246897"/>
              <a:ext cx="2552124" cy="3347490"/>
              <a:chOff x="2976325" y="908175"/>
              <a:chExt cx="4028179" cy="5283555"/>
            </a:xfrm>
          </p:grpSpPr>
          <p:sp>
            <p:nvSpPr>
              <p:cNvPr id="535" name="Google Shape;535;p13"/>
              <p:cNvSpPr/>
              <p:nvPr/>
            </p:nvSpPr>
            <p:spPr>
              <a:xfrm>
                <a:off x="2976325" y="930036"/>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13"/>
              <p:cNvSpPr/>
              <p:nvPr/>
            </p:nvSpPr>
            <p:spPr>
              <a:xfrm>
                <a:off x="3934943" y="908175"/>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13"/>
              <p:cNvSpPr/>
              <p:nvPr/>
            </p:nvSpPr>
            <p:spPr>
              <a:xfrm>
                <a:off x="3851189" y="1072525"/>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38" name="Google Shape;538;p13"/>
            <p:cNvSpPr/>
            <p:nvPr/>
          </p:nvSpPr>
          <p:spPr>
            <a:xfrm>
              <a:off x="6394675" y="0"/>
              <a:ext cx="284119" cy="246048"/>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rgbClr val="0C0A9E">
                    <a:alpha val="20000"/>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13"/>
            <p:cNvSpPr/>
            <p:nvPr/>
          </p:nvSpPr>
          <p:spPr>
            <a:xfrm>
              <a:off x="6627600" y="-49075"/>
              <a:ext cx="570546" cy="494095"/>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0" name="Google Shape;540;p13"/>
          <p:cNvGrpSpPr/>
          <p:nvPr/>
        </p:nvGrpSpPr>
        <p:grpSpPr>
          <a:xfrm>
            <a:off x="-113888" y="229201"/>
            <a:ext cx="1891393" cy="134100"/>
            <a:chOff x="-113888" y="229201"/>
            <a:chExt cx="1891393" cy="134100"/>
          </a:xfrm>
        </p:grpSpPr>
        <p:sp>
          <p:nvSpPr>
            <p:cNvPr id="541" name="Google Shape;541;p13"/>
            <p:cNvSpPr/>
            <p:nvPr/>
          </p:nvSpPr>
          <p:spPr>
            <a:xfrm>
              <a:off x="1643404" y="2292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42" name="Google Shape;542;p13"/>
            <p:cNvCxnSpPr/>
            <p:nvPr/>
          </p:nvCxnSpPr>
          <p:spPr>
            <a:xfrm rot="10800000">
              <a:off x="783712" y="-601348"/>
              <a:ext cx="0" cy="1795200"/>
            </a:xfrm>
            <a:prstGeom prst="straightConnector1">
              <a:avLst/>
            </a:prstGeom>
            <a:noFill/>
            <a:ln w="9525" cap="flat" cmpd="sng">
              <a:solidFill>
                <a:schemeClr val="dk2"/>
              </a:solidFill>
              <a:prstDash val="solid"/>
              <a:round/>
              <a:headEnd type="none" w="med" len="med"/>
              <a:tailEnd type="none" w="med" len="med"/>
            </a:ln>
          </p:spPr>
        </p:cxnSp>
        <p:sp>
          <p:nvSpPr>
            <p:cNvPr id="543" name="Google Shape;543;p13"/>
            <p:cNvSpPr/>
            <p:nvPr/>
          </p:nvSpPr>
          <p:spPr>
            <a:xfrm>
              <a:off x="1673517" y="2593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ext">
  <p:cSld name="ONE_COLUMN_TEXT_1">
    <p:spTree>
      <p:nvGrpSpPr>
        <p:cNvPr id="1" name="Shape 759"/>
        <p:cNvGrpSpPr/>
        <p:nvPr/>
      </p:nvGrpSpPr>
      <p:grpSpPr>
        <a:xfrm>
          <a:off x="0" y="0"/>
          <a:ext cx="0" cy="0"/>
          <a:chOff x="0" y="0"/>
          <a:chExt cx="0" cy="0"/>
        </a:xfrm>
      </p:grpSpPr>
      <p:sp>
        <p:nvSpPr>
          <p:cNvPr id="760" name="Google Shape;760;p1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761" name="Google Shape;761;p19"/>
          <p:cNvSpPr txBox="1">
            <a:spLocks noGrp="1"/>
          </p:cNvSpPr>
          <p:nvPr>
            <p:ph type="subTitle" idx="1"/>
          </p:nvPr>
        </p:nvSpPr>
        <p:spPr>
          <a:xfrm>
            <a:off x="4881006" y="1786675"/>
            <a:ext cx="3543000" cy="1830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62" name="Google Shape;762;p19"/>
          <p:cNvSpPr txBox="1">
            <a:spLocks noGrp="1"/>
          </p:cNvSpPr>
          <p:nvPr>
            <p:ph type="subTitle" idx="2"/>
          </p:nvPr>
        </p:nvSpPr>
        <p:spPr>
          <a:xfrm>
            <a:off x="720000" y="1786675"/>
            <a:ext cx="3543000" cy="1830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763" name="Google Shape;763;p19"/>
          <p:cNvGrpSpPr/>
          <p:nvPr/>
        </p:nvGrpSpPr>
        <p:grpSpPr>
          <a:xfrm>
            <a:off x="-96329" y="4888563"/>
            <a:ext cx="1590408" cy="88125"/>
            <a:chOff x="124624" y="4953514"/>
            <a:chExt cx="1137387" cy="88142"/>
          </a:xfrm>
        </p:grpSpPr>
        <p:sp>
          <p:nvSpPr>
            <p:cNvPr id="764" name="Google Shape;764;p19"/>
            <p:cNvSpPr/>
            <p:nvPr/>
          </p:nvSpPr>
          <p:spPr>
            <a:xfrm rot="5400000">
              <a:off x="687043" y="4391096"/>
              <a:ext cx="12551" cy="1137387"/>
            </a:xfrm>
            <a:custGeom>
              <a:avLst/>
              <a:gdLst/>
              <a:ahLst/>
              <a:cxnLst/>
              <a:rect l="l" t="t" r="r" b="b"/>
              <a:pathLst>
                <a:path w="306" h="27731" extrusionOk="0">
                  <a:moveTo>
                    <a:pt x="1" y="1"/>
                  </a:moveTo>
                  <a:lnTo>
                    <a:pt x="1"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19"/>
            <p:cNvSpPr/>
            <p:nvPr/>
          </p:nvSpPr>
          <p:spPr>
            <a:xfrm rot="5400000">
              <a:off x="687063" y="4466709"/>
              <a:ext cx="12510" cy="1137387"/>
            </a:xfrm>
            <a:custGeom>
              <a:avLst/>
              <a:gdLst/>
              <a:ahLst/>
              <a:cxnLst/>
              <a:rect l="l" t="t" r="r" b="b"/>
              <a:pathLst>
                <a:path w="305" h="27731" extrusionOk="0">
                  <a:moveTo>
                    <a:pt x="0" y="1"/>
                  </a:moveTo>
                  <a:lnTo>
                    <a:pt x="0"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6" name="Google Shape;766;p19"/>
          <p:cNvGrpSpPr/>
          <p:nvPr/>
        </p:nvGrpSpPr>
        <p:grpSpPr>
          <a:xfrm>
            <a:off x="6883700" y="1385725"/>
            <a:ext cx="4028179" cy="5283555"/>
            <a:chOff x="6883700" y="1385725"/>
            <a:chExt cx="4028179" cy="5283555"/>
          </a:xfrm>
        </p:grpSpPr>
        <p:sp>
          <p:nvSpPr>
            <p:cNvPr id="767" name="Google Shape;767;p19"/>
            <p:cNvSpPr/>
            <p:nvPr/>
          </p:nvSpPr>
          <p:spPr>
            <a:xfrm>
              <a:off x="6883700" y="1407586"/>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19"/>
            <p:cNvSpPr/>
            <p:nvPr/>
          </p:nvSpPr>
          <p:spPr>
            <a:xfrm>
              <a:off x="7842318" y="1385725"/>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19"/>
            <p:cNvSpPr/>
            <p:nvPr/>
          </p:nvSpPr>
          <p:spPr>
            <a:xfrm>
              <a:off x="7734200" y="2571774"/>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19"/>
            <p:cNvSpPr/>
            <p:nvPr/>
          </p:nvSpPr>
          <p:spPr>
            <a:xfrm>
              <a:off x="7758564" y="1550075"/>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1" name="Google Shape;771;p19"/>
          <p:cNvGrpSpPr/>
          <p:nvPr/>
        </p:nvGrpSpPr>
        <p:grpSpPr>
          <a:xfrm>
            <a:off x="4598006" y="-1699037"/>
            <a:ext cx="5579794" cy="3203424"/>
            <a:chOff x="4521806" y="-1546637"/>
            <a:chExt cx="5579794" cy="3203424"/>
          </a:xfrm>
        </p:grpSpPr>
        <p:grpSp>
          <p:nvGrpSpPr>
            <p:cNvPr id="772" name="Google Shape;772;p19"/>
            <p:cNvGrpSpPr/>
            <p:nvPr/>
          </p:nvGrpSpPr>
          <p:grpSpPr>
            <a:xfrm>
              <a:off x="4619858" y="-154439"/>
              <a:ext cx="916824" cy="700199"/>
              <a:chOff x="4619858" y="-154439"/>
              <a:chExt cx="916824" cy="700199"/>
            </a:xfrm>
          </p:grpSpPr>
          <p:sp>
            <p:nvSpPr>
              <p:cNvPr id="773" name="Google Shape;773;p19"/>
              <p:cNvSpPr/>
              <p:nvPr/>
            </p:nvSpPr>
            <p:spPr>
              <a:xfrm>
                <a:off x="4823308" y="126723"/>
                <a:ext cx="483874" cy="419037"/>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19"/>
              <p:cNvSpPr/>
              <p:nvPr/>
            </p:nvSpPr>
            <p:spPr>
              <a:xfrm>
                <a:off x="4619858" y="-114577"/>
                <a:ext cx="483874" cy="419037"/>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19"/>
              <p:cNvSpPr/>
              <p:nvPr/>
            </p:nvSpPr>
            <p:spPr>
              <a:xfrm>
                <a:off x="5052808" y="-154439"/>
                <a:ext cx="483874" cy="419037"/>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776" name="Google Shape;776;p19"/>
            <p:cNvPicPr preferRelativeResize="0"/>
            <p:nvPr/>
          </p:nvPicPr>
          <p:blipFill rotWithShape="1">
            <a:blip r:embed="rId2">
              <a:alphaModFix/>
            </a:blip>
            <a:srcRect l="16960" t="24718" r="7121" b="26177"/>
            <a:stretch/>
          </p:blipFill>
          <p:spPr>
            <a:xfrm>
              <a:off x="5904350" y="-1546637"/>
              <a:ext cx="4197251" cy="3203424"/>
            </a:xfrm>
            <a:prstGeom prst="rect">
              <a:avLst/>
            </a:prstGeom>
            <a:noFill/>
            <a:ln>
              <a:noFill/>
            </a:ln>
          </p:spPr>
        </p:pic>
        <p:sp>
          <p:nvSpPr>
            <p:cNvPr id="777" name="Google Shape;777;p19"/>
            <p:cNvSpPr/>
            <p:nvPr/>
          </p:nvSpPr>
          <p:spPr>
            <a:xfrm rot="-5400000">
              <a:off x="5282845" y="-1058949"/>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19"/>
            <p:cNvSpPr/>
            <p:nvPr/>
          </p:nvSpPr>
          <p:spPr>
            <a:xfrm rot="-5400000">
              <a:off x="5282230" y="-899603"/>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6"/>
                  </a:srgbClr>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79" name="Google Shape;779;p19"/>
            <p:cNvGrpSpPr/>
            <p:nvPr/>
          </p:nvGrpSpPr>
          <p:grpSpPr>
            <a:xfrm rot="10800000">
              <a:off x="8323180" y="210225"/>
              <a:ext cx="1493503" cy="88125"/>
              <a:chOff x="124624" y="4953514"/>
              <a:chExt cx="1137387" cy="88142"/>
            </a:xfrm>
          </p:grpSpPr>
          <p:sp>
            <p:nvSpPr>
              <p:cNvPr id="780" name="Google Shape;780;p19"/>
              <p:cNvSpPr/>
              <p:nvPr/>
            </p:nvSpPr>
            <p:spPr>
              <a:xfrm rot="5400000">
                <a:off x="687043" y="4391096"/>
                <a:ext cx="12551" cy="1137387"/>
              </a:xfrm>
              <a:custGeom>
                <a:avLst/>
                <a:gdLst/>
                <a:ahLst/>
                <a:cxnLst/>
                <a:rect l="l" t="t" r="r" b="b"/>
                <a:pathLst>
                  <a:path w="306" h="27731" extrusionOk="0">
                    <a:moveTo>
                      <a:pt x="1" y="1"/>
                    </a:moveTo>
                    <a:lnTo>
                      <a:pt x="1"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19"/>
              <p:cNvSpPr/>
              <p:nvPr/>
            </p:nvSpPr>
            <p:spPr>
              <a:xfrm rot="5400000">
                <a:off x="687063" y="4466709"/>
                <a:ext cx="12510" cy="1137387"/>
              </a:xfrm>
              <a:custGeom>
                <a:avLst/>
                <a:gdLst/>
                <a:ahLst/>
                <a:cxnLst/>
                <a:rect l="l" t="t" r="r" b="b"/>
                <a:pathLst>
                  <a:path w="305" h="27731" extrusionOk="0">
                    <a:moveTo>
                      <a:pt x="0" y="1"/>
                    </a:moveTo>
                    <a:lnTo>
                      <a:pt x="0"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2" name="Google Shape;782;p19"/>
            <p:cNvGrpSpPr/>
            <p:nvPr/>
          </p:nvGrpSpPr>
          <p:grpSpPr>
            <a:xfrm>
              <a:off x="4619231" y="-32636"/>
              <a:ext cx="254987" cy="255131"/>
              <a:chOff x="3678700" y="407275"/>
              <a:chExt cx="708100" cy="708500"/>
            </a:xfrm>
          </p:grpSpPr>
          <p:sp>
            <p:nvSpPr>
              <p:cNvPr id="783" name="Google Shape;783;p19"/>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19"/>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19"/>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19"/>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19"/>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19"/>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19"/>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0" name="Google Shape;790;p19"/>
            <p:cNvGrpSpPr/>
            <p:nvPr/>
          </p:nvGrpSpPr>
          <p:grpSpPr>
            <a:xfrm>
              <a:off x="4521806" y="126714"/>
              <a:ext cx="254987" cy="255131"/>
              <a:chOff x="3678700" y="407275"/>
              <a:chExt cx="708100" cy="708500"/>
            </a:xfrm>
          </p:grpSpPr>
          <p:sp>
            <p:nvSpPr>
              <p:cNvPr id="791" name="Google Shape;791;p19"/>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19"/>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19"/>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19"/>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19"/>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19"/>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19"/>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1339"/>
        <p:cNvGrpSpPr/>
        <p:nvPr/>
      </p:nvGrpSpPr>
      <p:grpSpPr>
        <a:xfrm>
          <a:off x="0" y="0"/>
          <a:ext cx="0" cy="0"/>
          <a:chOff x="0" y="0"/>
          <a:chExt cx="0" cy="0"/>
        </a:xfrm>
      </p:grpSpPr>
      <p:grpSp>
        <p:nvGrpSpPr>
          <p:cNvPr id="1340" name="Google Shape;1340;p30"/>
          <p:cNvGrpSpPr/>
          <p:nvPr/>
        </p:nvGrpSpPr>
        <p:grpSpPr>
          <a:xfrm>
            <a:off x="-623241" y="3925887"/>
            <a:ext cx="2833357" cy="1517787"/>
            <a:chOff x="-623241" y="3849687"/>
            <a:chExt cx="2833357" cy="1517787"/>
          </a:xfrm>
        </p:grpSpPr>
        <p:grpSp>
          <p:nvGrpSpPr>
            <p:cNvPr id="1341" name="Google Shape;1341;p30"/>
            <p:cNvGrpSpPr/>
            <p:nvPr/>
          </p:nvGrpSpPr>
          <p:grpSpPr>
            <a:xfrm rot="5400000">
              <a:off x="-879113" y="4155104"/>
              <a:ext cx="1517787" cy="906953"/>
              <a:chOff x="-55500" y="4835979"/>
              <a:chExt cx="1517787" cy="906953"/>
            </a:xfrm>
          </p:grpSpPr>
          <p:sp>
            <p:nvSpPr>
              <p:cNvPr id="1342" name="Google Shape;1342;p30"/>
              <p:cNvSpPr/>
              <p:nvPr/>
            </p:nvSpPr>
            <p:spPr>
              <a:xfrm>
                <a:off x="-55500" y="4895154"/>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343;p30"/>
              <p:cNvSpPr/>
              <p:nvPr/>
            </p:nvSpPr>
            <p:spPr>
              <a:xfrm>
                <a:off x="522674" y="4951702"/>
                <a:ext cx="340329" cy="325895"/>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1344;p30"/>
              <p:cNvSpPr/>
              <p:nvPr/>
            </p:nvSpPr>
            <p:spPr>
              <a:xfrm>
                <a:off x="401812" y="5185579"/>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30"/>
              <p:cNvSpPr/>
              <p:nvPr/>
            </p:nvSpPr>
            <p:spPr>
              <a:xfrm>
                <a:off x="880250" y="4835979"/>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46" name="Google Shape;1346;p30"/>
            <p:cNvGrpSpPr/>
            <p:nvPr/>
          </p:nvGrpSpPr>
          <p:grpSpPr>
            <a:xfrm>
              <a:off x="-623241" y="3946426"/>
              <a:ext cx="2833357" cy="1421047"/>
              <a:chOff x="-677366" y="4067276"/>
              <a:chExt cx="2833357" cy="1421047"/>
            </a:xfrm>
          </p:grpSpPr>
          <p:sp>
            <p:nvSpPr>
              <p:cNvPr id="1347" name="Google Shape;1347;p30"/>
              <p:cNvSpPr/>
              <p:nvPr/>
            </p:nvSpPr>
            <p:spPr>
              <a:xfrm rot="5400000">
                <a:off x="28789" y="3361120"/>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48" name="Google Shape;1348;p30"/>
              <p:cNvGrpSpPr/>
              <p:nvPr/>
            </p:nvGrpSpPr>
            <p:grpSpPr>
              <a:xfrm>
                <a:off x="317735" y="4614472"/>
                <a:ext cx="161977" cy="161940"/>
                <a:chOff x="1101075" y="2142375"/>
                <a:chExt cx="439200" cy="439100"/>
              </a:xfrm>
            </p:grpSpPr>
            <p:sp>
              <p:nvSpPr>
                <p:cNvPr id="1349" name="Google Shape;1349;p30"/>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30"/>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51" name="Google Shape;1351;p30"/>
              <p:cNvGrpSpPr/>
              <p:nvPr/>
            </p:nvGrpSpPr>
            <p:grpSpPr>
              <a:xfrm rot="10800000">
                <a:off x="1700151" y="5032693"/>
                <a:ext cx="161977" cy="161940"/>
                <a:chOff x="1101075" y="2142375"/>
                <a:chExt cx="439200" cy="439100"/>
              </a:xfrm>
            </p:grpSpPr>
            <p:sp>
              <p:nvSpPr>
                <p:cNvPr id="1352" name="Google Shape;1352;p30"/>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30"/>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354" name="Google Shape;1354;p30"/>
            <p:cNvSpPr/>
            <p:nvPr/>
          </p:nvSpPr>
          <p:spPr>
            <a:xfrm rot="-5400000">
              <a:off x="289120" y="3696219"/>
              <a:ext cx="503090" cy="2327806"/>
            </a:xfrm>
            <a:custGeom>
              <a:avLst/>
              <a:gdLst/>
              <a:ahLst/>
              <a:cxnLst/>
              <a:rect l="l" t="t" r="r" b="b"/>
              <a:pathLst>
                <a:path w="12266" h="56755" extrusionOk="0">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55" name="Google Shape;1355;p30"/>
          <p:cNvGrpSpPr/>
          <p:nvPr/>
        </p:nvGrpSpPr>
        <p:grpSpPr>
          <a:xfrm>
            <a:off x="6323925" y="-1678249"/>
            <a:ext cx="4189199" cy="3065874"/>
            <a:chOff x="6171525" y="-1678249"/>
            <a:chExt cx="4189199" cy="3065874"/>
          </a:xfrm>
        </p:grpSpPr>
        <p:sp>
          <p:nvSpPr>
            <p:cNvPr id="1356" name="Google Shape;1356;p30"/>
            <p:cNvSpPr/>
            <p:nvPr/>
          </p:nvSpPr>
          <p:spPr>
            <a:xfrm rot="-5400000">
              <a:off x="6808863" y="-808395"/>
              <a:ext cx="1558682"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357" name="Google Shape;1357;p30"/>
            <p:cNvPicPr preferRelativeResize="0"/>
            <p:nvPr/>
          </p:nvPicPr>
          <p:blipFill rotWithShape="1">
            <a:blip r:embed="rId2">
              <a:alphaModFix/>
            </a:blip>
            <a:srcRect l="16960" t="24718" r="7121" b="26177"/>
            <a:stretch/>
          </p:blipFill>
          <p:spPr>
            <a:xfrm>
              <a:off x="6587425" y="-1678249"/>
              <a:ext cx="3773299" cy="2879876"/>
            </a:xfrm>
            <a:prstGeom prst="rect">
              <a:avLst/>
            </a:prstGeom>
            <a:noFill/>
            <a:ln>
              <a:noFill/>
            </a:ln>
          </p:spPr>
        </p:pic>
        <p:sp>
          <p:nvSpPr>
            <p:cNvPr id="1358" name="Google Shape;1358;p30"/>
            <p:cNvSpPr/>
            <p:nvPr/>
          </p:nvSpPr>
          <p:spPr>
            <a:xfrm>
              <a:off x="8292929" y="-80469"/>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59" name="Google Shape;1359;p30"/>
            <p:cNvGrpSpPr/>
            <p:nvPr/>
          </p:nvGrpSpPr>
          <p:grpSpPr>
            <a:xfrm rot="-2700000">
              <a:off x="8302147" y="61289"/>
              <a:ext cx="582044" cy="582419"/>
              <a:chOff x="959750" y="3039275"/>
              <a:chExt cx="582050" cy="582425"/>
            </a:xfrm>
          </p:grpSpPr>
          <p:sp>
            <p:nvSpPr>
              <p:cNvPr id="1360" name="Google Shape;1360;p30"/>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30"/>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30"/>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363;p30"/>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30"/>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30"/>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30"/>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67" name="Google Shape;1367;p30"/>
            <p:cNvGrpSpPr/>
            <p:nvPr/>
          </p:nvGrpSpPr>
          <p:grpSpPr>
            <a:xfrm rot="-2700000">
              <a:off x="8551447" y="61289"/>
              <a:ext cx="582044" cy="582419"/>
              <a:chOff x="959750" y="3039275"/>
              <a:chExt cx="582050" cy="582425"/>
            </a:xfrm>
          </p:grpSpPr>
          <p:sp>
            <p:nvSpPr>
              <p:cNvPr id="1368" name="Google Shape;1368;p30"/>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 name="Google Shape;1369;p30"/>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1370;p30"/>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30"/>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30"/>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30"/>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 name="Google Shape;1374;p30"/>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375" name="Google Shape;1375;p30"/>
          <p:cNvGrpSpPr/>
          <p:nvPr/>
        </p:nvGrpSpPr>
        <p:grpSpPr>
          <a:xfrm rot="2700000">
            <a:off x="8945322" y="2352177"/>
            <a:ext cx="439196" cy="439096"/>
            <a:chOff x="1101075" y="2142375"/>
            <a:chExt cx="439200" cy="439100"/>
          </a:xfrm>
        </p:grpSpPr>
        <p:sp>
          <p:nvSpPr>
            <p:cNvPr id="1376" name="Google Shape;1376;p30"/>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30"/>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ackground 1">
  <p:cSld name="CUSTOM_9_1">
    <p:bg>
      <p:bgPr>
        <a:solidFill>
          <a:schemeClr val="dk2"/>
        </a:solidFill>
        <a:effectLst/>
      </p:bgPr>
    </p:bg>
    <p:spTree>
      <p:nvGrpSpPr>
        <p:cNvPr id="1" name="Shape 1378"/>
        <p:cNvGrpSpPr/>
        <p:nvPr/>
      </p:nvGrpSpPr>
      <p:grpSpPr>
        <a:xfrm>
          <a:off x="0" y="0"/>
          <a:ext cx="0" cy="0"/>
          <a:chOff x="0" y="0"/>
          <a:chExt cx="0" cy="0"/>
        </a:xfrm>
      </p:grpSpPr>
      <p:grpSp>
        <p:nvGrpSpPr>
          <p:cNvPr id="1379" name="Google Shape;1379;p31"/>
          <p:cNvGrpSpPr/>
          <p:nvPr/>
        </p:nvGrpSpPr>
        <p:grpSpPr>
          <a:xfrm>
            <a:off x="8332551" y="-7"/>
            <a:ext cx="2386151" cy="3293873"/>
            <a:chOff x="8256351" y="-7"/>
            <a:chExt cx="2386151" cy="3293873"/>
          </a:xfrm>
        </p:grpSpPr>
        <p:pic>
          <p:nvPicPr>
            <p:cNvPr id="1380" name="Google Shape;1380;p31"/>
            <p:cNvPicPr preferRelativeResize="0"/>
            <p:nvPr/>
          </p:nvPicPr>
          <p:blipFill rotWithShape="1">
            <a:blip r:embed="rId2">
              <a:alphaModFix/>
            </a:blip>
            <a:srcRect l="16960" t="24718" r="7121" b="26177"/>
            <a:stretch/>
          </p:blipFill>
          <p:spPr>
            <a:xfrm rot="5400000">
              <a:off x="7886227" y="537590"/>
              <a:ext cx="3126400" cy="2386151"/>
            </a:xfrm>
            <a:prstGeom prst="rect">
              <a:avLst/>
            </a:prstGeom>
            <a:noFill/>
            <a:ln>
              <a:noFill/>
            </a:ln>
          </p:spPr>
        </p:pic>
        <p:grpSp>
          <p:nvGrpSpPr>
            <p:cNvPr id="1381" name="Google Shape;1381;p31"/>
            <p:cNvGrpSpPr/>
            <p:nvPr/>
          </p:nvGrpSpPr>
          <p:grpSpPr>
            <a:xfrm rot="10800000">
              <a:off x="8452444" y="-7"/>
              <a:ext cx="325154" cy="1788670"/>
              <a:chOff x="8869019" y="-622132"/>
              <a:chExt cx="325154" cy="1788670"/>
            </a:xfrm>
          </p:grpSpPr>
          <p:sp>
            <p:nvSpPr>
              <p:cNvPr id="1382" name="Google Shape;1382;p31"/>
              <p:cNvSpPr/>
              <p:nvPr/>
            </p:nvSpPr>
            <p:spPr>
              <a:xfrm rot="10800000">
                <a:off x="8869019" y="-622132"/>
                <a:ext cx="246869" cy="1703243"/>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83" name="Google Shape;1383;p31"/>
              <p:cNvGrpSpPr/>
              <p:nvPr/>
            </p:nvGrpSpPr>
            <p:grpSpPr>
              <a:xfrm rot="1800062">
                <a:off x="9035610" y="1007995"/>
                <a:ext cx="134040" cy="134009"/>
                <a:chOff x="1101075" y="2142375"/>
                <a:chExt cx="439200" cy="439100"/>
              </a:xfrm>
            </p:grpSpPr>
            <p:sp>
              <p:nvSpPr>
                <p:cNvPr id="1384" name="Google Shape;1384;p31"/>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40000">
                      <a:srgbClr val="FF9900">
                        <a:alpha val="40784"/>
                      </a:srgbClr>
                    </a:gs>
                    <a:gs pos="100000">
                      <a:srgbClr val="FFFFFF">
                        <a:alpha val="0"/>
                      </a:srgbClr>
                    </a:gs>
                  </a:gsLst>
                  <a:lin ang="2698631" scaled="0"/>
                </a:gra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1385;p31"/>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1386" name="Google Shape;1386;p31"/>
          <p:cNvGrpSpPr/>
          <p:nvPr/>
        </p:nvGrpSpPr>
        <p:grpSpPr>
          <a:xfrm>
            <a:off x="-213525" y="171225"/>
            <a:ext cx="439200" cy="439100"/>
            <a:chOff x="1101075" y="2142375"/>
            <a:chExt cx="439200" cy="439100"/>
          </a:xfrm>
        </p:grpSpPr>
        <p:sp>
          <p:nvSpPr>
            <p:cNvPr id="1387" name="Google Shape;1387;p31"/>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31"/>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89" name="Google Shape;1389;p31"/>
          <p:cNvGrpSpPr/>
          <p:nvPr/>
        </p:nvGrpSpPr>
        <p:grpSpPr>
          <a:xfrm>
            <a:off x="-1262974" y="3161328"/>
            <a:ext cx="4822591" cy="2934500"/>
            <a:chOff x="-1186774" y="3161328"/>
            <a:chExt cx="4822591" cy="2934500"/>
          </a:xfrm>
        </p:grpSpPr>
        <p:pic>
          <p:nvPicPr>
            <p:cNvPr id="1390" name="Google Shape;1390;p31"/>
            <p:cNvPicPr preferRelativeResize="0"/>
            <p:nvPr/>
          </p:nvPicPr>
          <p:blipFill rotWithShape="1">
            <a:blip r:embed="rId2">
              <a:alphaModFix/>
            </a:blip>
            <a:srcRect l="16960" t="24718" r="7121" b="26177"/>
            <a:stretch/>
          </p:blipFill>
          <p:spPr>
            <a:xfrm rot="5400000">
              <a:off x="-1534175" y="3508728"/>
              <a:ext cx="2934500" cy="2239699"/>
            </a:xfrm>
            <a:prstGeom prst="rect">
              <a:avLst/>
            </a:prstGeom>
            <a:noFill/>
            <a:ln>
              <a:noFill/>
            </a:ln>
          </p:spPr>
        </p:pic>
        <p:sp>
          <p:nvSpPr>
            <p:cNvPr id="1391" name="Google Shape;1391;p31"/>
            <p:cNvSpPr/>
            <p:nvPr/>
          </p:nvSpPr>
          <p:spPr>
            <a:xfrm rot="-5400000">
              <a:off x="-184180" y="3596444"/>
              <a:ext cx="503090" cy="2327806"/>
            </a:xfrm>
            <a:custGeom>
              <a:avLst/>
              <a:gdLst/>
              <a:ahLst/>
              <a:cxnLst/>
              <a:rect l="l" t="t" r="r" b="b"/>
              <a:pathLst>
                <a:path w="12266" h="56755" extrusionOk="0">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92" name="Google Shape;1392;p31"/>
            <p:cNvGrpSpPr/>
            <p:nvPr/>
          </p:nvGrpSpPr>
          <p:grpSpPr>
            <a:xfrm>
              <a:off x="58899" y="4608583"/>
              <a:ext cx="604346" cy="657081"/>
              <a:chOff x="58899" y="4608583"/>
              <a:chExt cx="604346" cy="657081"/>
            </a:xfrm>
          </p:grpSpPr>
          <p:grpSp>
            <p:nvGrpSpPr>
              <p:cNvPr id="1393" name="Google Shape;1393;p31"/>
              <p:cNvGrpSpPr/>
              <p:nvPr/>
            </p:nvGrpSpPr>
            <p:grpSpPr>
              <a:xfrm rot="10800000">
                <a:off x="58899" y="4608583"/>
                <a:ext cx="328346" cy="328531"/>
                <a:chOff x="3678700" y="407275"/>
                <a:chExt cx="708100" cy="708500"/>
              </a:xfrm>
            </p:grpSpPr>
            <p:sp>
              <p:nvSpPr>
                <p:cNvPr id="1394" name="Google Shape;1394;p31"/>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31"/>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31"/>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31"/>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1398;p31"/>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9" name="Google Shape;1399;p31"/>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0" name="Google Shape;1400;p31"/>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01" name="Google Shape;1401;p31"/>
              <p:cNvGrpSpPr/>
              <p:nvPr/>
            </p:nvGrpSpPr>
            <p:grpSpPr>
              <a:xfrm rot="10800000">
                <a:off x="334899" y="4608583"/>
                <a:ext cx="328346" cy="328531"/>
                <a:chOff x="3678700" y="407275"/>
                <a:chExt cx="708100" cy="708500"/>
              </a:xfrm>
            </p:grpSpPr>
            <p:sp>
              <p:nvSpPr>
                <p:cNvPr id="1402" name="Google Shape;1402;p31"/>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31"/>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31"/>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31"/>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6" name="Google Shape;1406;p31"/>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7" name="Google Shape;1407;p31"/>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408;p31"/>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09" name="Google Shape;1409;p31"/>
              <p:cNvGrpSpPr/>
              <p:nvPr/>
            </p:nvGrpSpPr>
            <p:grpSpPr>
              <a:xfrm rot="10800000">
                <a:off x="282574" y="4937133"/>
                <a:ext cx="328346" cy="328531"/>
                <a:chOff x="3678700" y="407275"/>
                <a:chExt cx="708100" cy="708500"/>
              </a:xfrm>
            </p:grpSpPr>
            <p:sp>
              <p:nvSpPr>
                <p:cNvPr id="1410" name="Google Shape;1410;p31"/>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1411;p31"/>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412;p31"/>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31"/>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31"/>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31"/>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31"/>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417" name="Google Shape;1417;p31"/>
            <p:cNvGrpSpPr/>
            <p:nvPr/>
          </p:nvGrpSpPr>
          <p:grpSpPr>
            <a:xfrm>
              <a:off x="-923150" y="4796551"/>
              <a:ext cx="4558967" cy="134100"/>
              <a:chOff x="796100" y="3019701"/>
              <a:chExt cx="4558967" cy="134100"/>
            </a:xfrm>
          </p:grpSpPr>
          <p:sp>
            <p:nvSpPr>
              <p:cNvPr id="1418" name="Google Shape;1418;p31"/>
              <p:cNvSpPr/>
              <p:nvPr/>
            </p:nvSpPr>
            <p:spPr>
              <a:xfrm>
                <a:off x="5220967" y="3019701"/>
                <a:ext cx="134100" cy="1341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419" name="Google Shape;1419;p31"/>
              <p:cNvCxnSpPr/>
              <p:nvPr/>
            </p:nvCxnSpPr>
            <p:spPr>
              <a:xfrm>
                <a:off x="796100" y="3086750"/>
                <a:ext cx="4462800" cy="0"/>
              </a:xfrm>
              <a:prstGeom prst="straightConnector1">
                <a:avLst/>
              </a:prstGeom>
              <a:noFill/>
              <a:ln w="9525" cap="flat" cmpd="sng">
                <a:solidFill>
                  <a:schemeClr val="lt1"/>
                </a:solidFill>
                <a:prstDash val="solid"/>
                <a:round/>
                <a:headEnd type="none" w="med" len="med"/>
                <a:tailEnd type="none" w="med" len="med"/>
              </a:ln>
            </p:spPr>
          </p:cxnSp>
          <p:sp>
            <p:nvSpPr>
              <p:cNvPr id="1420" name="Google Shape;1420;p31"/>
              <p:cNvSpPr/>
              <p:nvPr/>
            </p:nvSpPr>
            <p:spPr>
              <a:xfrm>
                <a:off x="5251079" y="3049843"/>
                <a:ext cx="73800" cy="738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1pPr>
            <a:lvl2pPr lvl="1"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2pPr>
            <a:lvl3pPr lvl="2"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3pPr>
            <a:lvl4pPr lvl="3"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4pPr>
            <a:lvl5pPr lvl="4"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5pPr>
            <a:lvl6pPr lvl="5"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6pPr>
            <a:lvl7pPr lvl="6"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7pPr>
            <a:lvl8pPr lvl="7"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8pPr>
            <a:lvl9pPr lvl="8"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9pPr>
          </a:lstStyle>
          <a:p>
            <a:endParaRPr/>
          </a:p>
        </p:txBody>
      </p:sp>
      <p:sp>
        <p:nvSpPr>
          <p:cNvPr id="7" name="Google Shape;7;p1"/>
          <p:cNvSpPr txBox="1">
            <a:spLocks noGrp="1"/>
          </p:cNvSpPr>
          <p:nvPr>
            <p:ph type="body" idx="1"/>
          </p:nvPr>
        </p:nvSpPr>
        <p:spPr>
          <a:xfrm>
            <a:off x="713225" y="1152475"/>
            <a:ext cx="76818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1pPr>
            <a:lvl2pPr marL="914400" lvl="1"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2pPr>
            <a:lvl3pPr marL="1371600" lvl="2"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3pPr>
            <a:lvl4pPr marL="1828800" lvl="3"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4pPr>
            <a:lvl5pPr marL="2286000" lvl="4"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5pPr>
            <a:lvl6pPr marL="2743200" lvl="5"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6pPr>
            <a:lvl7pPr marL="3200400" lvl="6"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7pPr>
            <a:lvl8pPr marL="3657600" lvl="7"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8pPr>
            <a:lvl9pPr marL="4114800" lvl="8"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8" r:id="rId4"/>
    <p:sldLayoutId id="2147483659" r:id="rId5"/>
    <p:sldLayoutId id="2147483665" r:id="rId6"/>
    <p:sldLayoutId id="2147483676" r:id="rId7"/>
    <p:sldLayoutId id="2147483677"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6.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6.xml"/><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6.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6.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2.xml"/><Relationship Id="rId1" Type="http://schemas.openxmlformats.org/officeDocument/2006/relationships/slideLayout" Target="../slideLayouts/slideLayout6.xml"/><Relationship Id="rId4" Type="http://schemas.openxmlformats.org/officeDocument/2006/relationships/image" Target="../media/image26.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430"/>
        <p:cNvGrpSpPr/>
        <p:nvPr/>
      </p:nvGrpSpPr>
      <p:grpSpPr>
        <a:xfrm>
          <a:off x="0" y="0"/>
          <a:ext cx="0" cy="0"/>
          <a:chOff x="0" y="0"/>
          <a:chExt cx="0" cy="0"/>
        </a:xfrm>
      </p:grpSpPr>
      <p:grpSp>
        <p:nvGrpSpPr>
          <p:cNvPr id="1433" name="Google Shape;1433;p35"/>
          <p:cNvGrpSpPr/>
          <p:nvPr/>
        </p:nvGrpSpPr>
        <p:grpSpPr>
          <a:xfrm>
            <a:off x="1096850" y="3242811"/>
            <a:ext cx="3936683" cy="134070"/>
            <a:chOff x="1096850" y="3242811"/>
            <a:chExt cx="3936683" cy="134070"/>
          </a:xfrm>
        </p:grpSpPr>
        <p:cxnSp>
          <p:nvCxnSpPr>
            <p:cNvPr id="1434" name="Google Shape;1434;p35"/>
            <p:cNvCxnSpPr/>
            <p:nvPr/>
          </p:nvCxnSpPr>
          <p:spPr>
            <a:xfrm>
              <a:off x="1096850" y="3309850"/>
              <a:ext cx="3840600" cy="0"/>
            </a:xfrm>
            <a:prstGeom prst="straightConnector1">
              <a:avLst/>
            </a:prstGeom>
            <a:noFill/>
            <a:ln w="9525" cap="flat" cmpd="sng">
              <a:solidFill>
                <a:schemeClr val="dk2"/>
              </a:solidFill>
              <a:prstDash val="solid"/>
              <a:round/>
              <a:headEnd type="none" w="med" len="med"/>
              <a:tailEnd type="none" w="med" len="med"/>
            </a:ln>
          </p:spPr>
        </p:cxnSp>
        <p:grpSp>
          <p:nvGrpSpPr>
            <p:cNvPr id="1435" name="Google Shape;1435;p35"/>
            <p:cNvGrpSpPr/>
            <p:nvPr/>
          </p:nvGrpSpPr>
          <p:grpSpPr>
            <a:xfrm>
              <a:off x="4899464" y="3242811"/>
              <a:ext cx="134070" cy="134070"/>
              <a:chOff x="8382514" y="1084976"/>
              <a:chExt cx="265800" cy="265800"/>
            </a:xfrm>
          </p:grpSpPr>
          <p:sp>
            <p:nvSpPr>
              <p:cNvPr id="1436" name="Google Shape;1436;p35"/>
              <p:cNvSpPr/>
              <p:nvPr/>
            </p:nvSpPr>
            <p:spPr>
              <a:xfrm>
                <a:off x="8442213" y="1144734"/>
                <a:ext cx="146400" cy="1464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35"/>
              <p:cNvSpPr/>
              <p:nvPr/>
            </p:nvSpPr>
            <p:spPr>
              <a:xfrm>
                <a:off x="8382514" y="1084976"/>
                <a:ext cx="265800" cy="2658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438" name="Google Shape;1438;p35"/>
          <p:cNvGrpSpPr/>
          <p:nvPr/>
        </p:nvGrpSpPr>
        <p:grpSpPr>
          <a:xfrm>
            <a:off x="8017432" y="-313900"/>
            <a:ext cx="134070" cy="1891362"/>
            <a:chOff x="8017432" y="-313900"/>
            <a:chExt cx="134070" cy="1891362"/>
          </a:xfrm>
        </p:grpSpPr>
        <p:sp>
          <p:nvSpPr>
            <p:cNvPr id="1439" name="Google Shape;1439;p35"/>
            <p:cNvSpPr/>
            <p:nvPr/>
          </p:nvSpPr>
          <p:spPr>
            <a:xfrm rot="5400000">
              <a:off x="8017432" y="1443393"/>
              <a:ext cx="134070" cy="13407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440" name="Google Shape;1440;p35"/>
            <p:cNvCxnSpPr/>
            <p:nvPr/>
          </p:nvCxnSpPr>
          <p:spPr>
            <a:xfrm>
              <a:off x="8084450" y="-313900"/>
              <a:ext cx="0" cy="1795200"/>
            </a:xfrm>
            <a:prstGeom prst="straightConnector1">
              <a:avLst/>
            </a:prstGeom>
            <a:noFill/>
            <a:ln w="9525" cap="flat" cmpd="sng">
              <a:solidFill>
                <a:schemeClr val="dk2"/>
              </a:solidFill>
              <a:prstDash val="solid"/>
              <a:round/>
              <a:headEnd type="none" w="med" len="med"/>
              <a:tailEnd type="none" w="med" len="med"/>
            </a:ln>
          </p:spPr>
        </p:cxnSp>
        <p:sp>
          <p:nvSpPr>
            <p:cNvPr id="1441" name="Google Shape;1441;p35"/>
            <p:cNvSpPr/>
            <p:nvPr/>
          </p:nvSpPr>
          <p:spPr>
            <a:xfrm rot="5400000">
              <a:off x="8047515" y="1473505"/>
              <a:ext cx="73844" cy="73844"/>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2" name="Google Shape;1442;p35"/>
          <p:cNvGrpSpPr/>
          <p:nvPr/>
        </p:nvGrpSpPr>
        <p:grpSpPr>
          <a:xfrm>
            <a:off x="6309526" y="957475"/>
            <a:ext cx="3504715" cy="5119205"/>
            <a:chOff x="6309526" y="836950"/>
            <a:chExt cx="3504715" cy="5119205"/>
          </a:xfrm>
        </p:grpSpPr>
        <p:sp>
          <p:nvSpPr>
            <p:cNvPr id="1443" name="Google Shape;1443;p35"/>
            <p:cNvSpPr/>
            <p:nvPr/>
          </p:nvSpPr>
          <p:spPr>
            <a:xfrm>
              <a:off x="6309526" y="836950"/>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44" name="Google Shape;1444;p35"/>
            <p:cNvGrpSpPr/>
            <p:nvPr/>
          </p:nvGrpSpPr>
          <p:grpSpPr>
            <a:xfrm>
              <a:off x="7728436" y="3524084"/>
              <a:ext cx="134004" cy="134004"/>
              <a:chOff x="8356813" y="1074288"/>
              <a:chExt cx="351900" cy="351900"/>
            </a:xfrm>
          </p:grpSpPr>
          <p:sp>
            <p:nvSpPr>
              <p:cNvPr id="1445" name="Google Shape;1445;p35"/>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6" name="Google Shape;1446;p35"/>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7" name="Google Shape;1447;p35"/>
            <p:cNvGrpSpPr/>
            <p:nvPr/>
          </p:nvGrpSpPr>
          <p:grpSpPr>
            <a:xfrm>
              <a:off x="7344361" y="3150259"/>
              <a:ext cx="134004" cy="134004"/>
              <a:chOff x="8356813" y="1074288"/>
              <a:chExt cx="351900" cy="351900"/>
            </a:xfrm>
          </p:grpSpPr>
          <p:sp>
            <p:nvSpPr>
              <p:cNvPr id="1448" name="Google Shape;1448;p35"/>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35"/>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50" name="Google Shape;1450;p35"/>
            <p:cNvGrpSpPr/>
            <p:nvPr/>
          </p:nvGrpSpPr>
          <p:grpSpPr>
            <a:xfrm>
              <a:off x="8337811" y="2464059"/>
              <a:ext cx="134004" cy="134004"/>
              <a:chOff x="8356813" y="1074288"/>
              <a:chExt cx="351900" cy="351900"/>
            </a:xfrm>
          </p:grpSpPr>
          <p:sp>
            <p:nvSpPr>
              <p:cNvPr id="1451" name="Google Shape;1451;p35"/>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2" name="Google Shape;1452;p35"/>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53" name="Google Shape;1453;p35"/>
            <p:cNvSpPr/>
            <p:nvPr/>
          </p:nvSpPr>
          <p:spPr>
            <a:xfrm rot="5400000">
              <a:off x="7687039" y="1023058"/>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 name="Picture 9" descr="CCSIT-TITEL-PN">
            <a:extLst>
              <a:ext uri="{FF2B5EF4-FFF2-40B4-BE49-F238E27FC236}">
                <a16:creationId xmlns:a16="http://schemas.microsoft.com/office/drawing/2014/main" id="{74BD6E51-8A41-2A7F-5923-8B4182EB8E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7269" y="442517"/>
            <a:ext cx="1052211" cy="1052212"/>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11" descr="Image result for logo kfu">
            <a:extLst>
              <a:ext uri="{FF2B5EF4-FFF2-40B4-BE49-F238E27FC236}">
                <a16:creationId xmlns:a16="http://schemas.microsoft.com/office/drawing/2014/main" id="{A770D782-BDAE-33BE-9427-78F6A8BBEA9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04949" y="422721"/>
            <a:ext cx="1051782" cy="107200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DA650D83-69AD-B9AA-AFC4-4AA0841B9FE1}"/>
              </a:ext>
            </a:extLst>
          </p:cNvPr>
          <p:cNvSpPr txBox="1"/>
          <p:nvPr/>
        </p:nvSpPr>
        <p:spPr>
          <a:xfrm>
            <a:off x="1141772" y="1197536"/>
            <a:ext cx="6875627" cy="1047916"/>
          </a:xfrm>
          <a:prstGeom prst="rect">
            <a:avLst/>
          </a:prstGeom>
          <a:noFill/>
        </p:spPr>
        <p:txBody>
          <a:bodyPr wrap="square">
            <a:spAutoFit/>
          </a:bodyPr>
          <a:lstStyle/>
          <a:p>
            <a:pPr algn="ctr" rtl="0" fontAlgn="base">
              <a:lnSpc>
                <a:spcPts val="2625"/>
              </a:lnSpc>
            </a:pPr>
            <a:r>
              <a:rPr lang="en-US" sz="2000" b="1" i="0" cap="all" dirty="0">
                <a:solidFill>
                  <a:srgbClr val="000000"/>
                </a:solidFill>
                <a:effectLst/>
                <a:latin typeface="IBM Plex Mono Medium" panose="020B0609050203000203" pitchFamily="49" charset="0"/>
              </a:rPr>
              <a:t>King Faisal University</a:t>
            </a:r>
            <a:r>
              <a:rPr lang="en-US" sz="2000" b="0" i="0" dirty="0">
                <a:solidFill>
                  <a:srgbClr val="000000"/>
                </a:solidFill>
                <a:effectLst/>
                <a:latin typeface="IBM Plex Mono Medium" panose="020B0609050203000203" pitchFamily="49" charset="0"/>
              </a:rPr>
              <a:t> </a:t>
            </a:r>
            <a:endParaRPr lang="en-US" sz="1800" b="0" i="0" dirty="0">
              <a:solidFill>
                <a:srgbClr val="000000"/>
              </a:solidFill>
              <a:effectLst/>
              <a:latin typeface="IBM Plex Mono Medium" panose="020B0609050203000203" pitchFamily="49" charset="0"/>
            </a:endParaRPr>
          </a:p>
          <a:p>
            <a:pPr algn="ctr" rtl="0" fontAlgn="base">
              <a:lnSpc>
                <a:spcPts val="2400"/>
              </a:lnSpc>
            </a:pPr>
            <a:r>
              <a:rPr lang="en-US" sz="1800" b="0" i="0" dirty="0">
                <a:solidFill>
                  <a:srgbClr val="000000"/>
                </a:solidFill>
                <a:effectLst/>
                <a:latin typeface="IBM Plex Mono Medium" panose="020B0609050203000203" pitchFamily="49" charset="0"/>
              </a:rPr>
              <a:t>College of Computer Sciences and  </a:t>
            </a:r>
          </a:p>
          <a:p>
            <a:pPr algn="ctr" rtl="0" fontAlgn="base">
              <a:lnSpc>
                <a:spcPts val="2400"/>
              </a:lnSpc>
            </a:pPr>
            <a:r>
              <a:rPr lang="en-US" sz="1800" b="0" i="0" dirty="0">
                <a:solidFill>
                  <a:srgbClr val="000000"/>
                </a:solidFill>
                <a:effectLst/>
                <a:latin typeface="IBM Plex Mono Medium" panose="020B0609050203000203" pitchFamily="49" charset="0"/>
              </a:rPr>
              <a:t>Information Technology (CCSIT)</a:t>
            </a:r>
          </a:p>
        </p:txBody>
      </p:sp>
      <p:sp>
        <p:nvSpPr>
          <p:cNvPr id="8" name="Subtitle 7">
            <a:extLst>
              <a:ext uri="{FF2B5EF4-FFF2-40B4-BE49-F238E27FC236}">
                <a16:creationId xmlns:a16="http://schemas.microsoft.com/office/drawing/2014/main" id="{BB9F8C2E-5637-17BF-19B7-141838F1CC2A}"/>
              </a:ext>
            </a:extLst>
          </p:cNvPr>
          <p:cNvSpPr txBox="1">
            <a:spLocks noGrp="1"/>
          </p:cNvSpPr>
          <p:nvPr>
            <p:ph type="subTitle" idx="1"/>
          </p:nvPr>
        </p:nvSpPr>
        <p:spPr>
          <a:xfrm>
            <a:off x="1074976" y="3166663"/>
            <a:ext cx="4883150" cy="736069"/>
          </a:xfrm>
          <a:prstGeom prst="rect">
            <a:avLst/>
          </a:prstGeom>
          <a:noFill/>
        </p:spPr>
        <p:txBody>
          <a:bodyPr wrap="square">
            <a:spAutoFit/>
          </a:bodyPr>
          <a:lstStyle/>
          <a:p>
            <a:pPr algn="l" rtl="0" fontAlgn="base">
              <a:lnSpc>
                <a:spcPts val="3278"/>
              </a:lnSpc>
              <a:spcAft>
                <a:spcPts val="1000"/>
              </a:spcAft>
            </a:pPr>
            <a:r>
              <a:rPr lang="en-US" i="0" dirty="0">
                <a:solidFill>
                  <a:srgbClr val="000000"/>
                </a:solidFill>
                <a:effectLst/>
                <a:latin typeface="IBM Plex Mono Medium" panose="020B0609050203000203" pitchFamily="49" charset="0"/>
              </a:rPr>
              <a:t>Submitted to:  </a:t>
            </a:r>
            <a:r>
              <a:rPr lang="en-US" sz="1400" i="0" dirty="0">
                <a:solidFill>
                  <a:srgbClr val="000000"/>
                </a:solidFill>
                <a:effectLst/>
                <a:latin typeface="IBM Plex Mono Medium" panose="020B0609050203000203" pitchFamily="49" charset="0"/>
              </a:rPr>
              <a:t>Engr. Amani Bayer. </a:t>
            </a:r>
            <a:endParaRPr lang="en-US" sz="1200" i="0" dirty="0">
              <a:solidFill>
                <a:srgbClr val="000000"/>
              </a:solidFill>
              <a:effectLst/>
              <a:latin typeface="IBM Plex Mono Medium" panose="020B0609050203000203" pitchFamily="49" charset="0"/>
            </a:endParaRPr>
          </a:p>
        </p:txBody>
      </p:sp>
      <p:sp>
        <p:nvSpPr>
          <p:cNvPr id="9" name="TextBox 8">
            <a:extLst>
              <a:ext uri="{FF2B5EF4-FFF2-40B4-BE49-F238E27FC236}">
                <a16:creationId xmlns:a16="http://schemas.microsoft.com/office/drawing/2014/main" id="{671EDE30-958F-7B43-E945-8381BF2365C2}"/>
              </a:ext>
            </a:extLst>
          </p:cNvPr>
          <p:cNvSpPr txBox="1"/>
          <p:nvPr/>
        </p:nvSpPr>
        <p:spPr>
          <a:xfrm>
            <a:off x="1839480" y="2367502"/>
            <a:ext cx="5888956" cy="349457"/>
          </a:xfrm>
          <a:prstGeom prst="rect">
            <a:avLst/>
          </a:prstGeom>
          <a:noFill/>
        </p:spPr>
        <p:txBody>
          <a:bodyPr wrap="square">
            <a:spAutoFit/>
          </a:bodyPr>
          <a:lstStyle/>
          <a:p>
            <a:r>
              <a:rPr lang="en-US" sz="1600" b="1" i="0" dirty="0">
                <a:solidFill>
                  <a:srgbClr val="000000"/>
                </a:solidFill>
                <a:effectLst/>
                <a:latin typeface="IBM Plex Mono Medium" panose="020B0609050203000203" pitchFamily="49" charset="0"/>
              </a:rPr>
              <a:t>CE 313 Computer Organization and Architecture</a:t>
            </a:r>
            <a:r>
              <a:rPr lang="en-US" sz="1600" b="0" i="0" dirty="0">
                <a:solidFill>
                  <a:srgbClr val="000000"/>
                </a:solidFill>
                <a:effectLst/>
                <a:latin typeface="IBM Plex Mono Medium" panose="020B0609050203000203" pitchFamily="49" charset="0"/>
              </a:rPr>
              <a:t> </a:t>
            </a:r>
            <a:endParaRPr lang="ar-SA" sz="1600" dirty="0">
              <a:latin typeface="IBM Plex Mono Medium" panose="020B0609050203000203" pitchFamily="49"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57"/>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870DC04A-1DD9-2A16-8B97-182AD0E94E84}"/>
              </a:ext>
            </a:extLst>
          </p:cNvPr>
          <p:cNvGraphicFramePr>
            <a:graphicFrameLocks noGrp="1"/>
          </p:cNvGraphicFramePr>
          <p:nvPr>
            <p:extLst>
              <p:ext uri="{D42A27DB-BD31-4B8C-83A1-F6EECF244321}">
                <p14:modId xmlns:p14="http://schemas.microsoft.com/office/powerpoint/2010/main" val="1486367336"/>
              </p:ext>
            </p:extLst>
          </p:nvPr>
        </p:nvGraphicFramePr>
        <p:xfrm>
          <a:off x="855133" y="1374265"/>
          <a:ext cx="7356867" cy="2698202"/>
        </p:xfrm>
        <a:graphic>
          <a:graphicData uri="http://schemas.openxmlformats.org/drawingml/2006/table">
            <a:tbl>
              <a:tblPr rtl="1" firstRow="1" bandRow="1">
                <a:tableStyleId>{21E4AEA4-8DFA-4A89-87EB-49C32662AFE0}</a:tableStyleId>
              </a:tblPr>
              <a:tblGrid>
                <a:gridCol w="1726533">
                  <a:extLst>
                    <a:ext uri="{9D8B030D-6E8A-4147-A177-3AD203B41FA5}">
                      <a16:colId xmlns:a16="http://schemas.microsoft.com/office/drawing/2014/main" val="3336060711"/>
                    </a:ext>
                  </a:extLst>
                </a:gridCol>
                <a:gridCol w="1972734">
                  <a:extLst>
                    <a:ext uri="{9D8B030D-6E8A-4147-A177-3AD203B41FA5}">
                      <a16:colId xmlns:a16="http://schemas.microsoft.com/office/drawing/2014/main" val="2794245616"/>
                    </a:ext>
                  </a:extLst>
                </a:gridCol>
                <a:gridCol w="3657600">
                  <a:extLst>
                    <a:ext uri="{9D8B030D-6E8A-4147-A177-3AD203B41FA5}">
                      <a16:colId xmlns:a16="http://schemas.microsoft.com/office/drawing/2014/main" val="3902372270"/>
                    </a:ext>
                  </a:extLst>
                </a:gridCol>
              </a:tblGrid>
              <a:tr h="655413">
                <a:tc>
                  <a:txBody>
                    <a:bodyPr/>
                    <a:lstStyle/>
                    <a:p>
                      <a:pPr algn="ctr" rtl="1"/>
                      <a:r>
                        <a:rPr lang="en-US" sz="1800" b="0" dirty="0">
                          <a:latin typeface="IBM Plex Mono Medium" panose="020B0609050203000203" pitchFamily="49" charset="0"/>
                        </a:rPr>
                        <a:t>Section</a:t>
                      </a:r>
                      <a:endParaRPr lang="ar-SA" sz="1800" b="0" dirty="0">
                        <a:latin typeface="IBM Plex Mono Medium" panose="020B0609050203000203" pitchFamily="49" charset="0"/>
                      </a:endParaRPr>
                    </a:p>
                  </a:txBody>
                  <a:tcPr/>
                </a:tc>
                <a:tc>
                  <a:txBody>
                    <a:bodyPr/>
                    <a:lstStyle/>
                    <a:p>
                      <a:pPr marL="0" algn="ctr" defTabSz="914400" rtl="1" eaLnBrk="1" latinLnBrk="0" hangingPunct="1"/>
                      <a:r>
                        <a:rPr lang="en-US" sz="1800" b="0" kern="1200" dirty="0">
                          <a:solidFill>
                            <a:schemeClr val="lt1"/>
                          </a:solidFill>
                          <a:latin typeface="IBM Plex Mono Medium" panose="020B0609050203000203" pitchFamily="49" charset="0"/>
                          <a:ea typeface="+mn-ea"/>
                          <a:cs typeface="+mn-cs"/>
                        </a:rPr>
                        <a:t>ID</a:t>
                      </a:r>
                      <a:endParaRPr lang="ar-SA" sz="1800" b="0" kern="1200" dirty="0">
                        <a:solidFill>
                          <a:schemeClr val="lt1"/>
                        </a:solidFill>
                        <a:latin typeface="IBM Plex Mono Medium" panose="020B0609050203000203" pitchFamily="49" charset="0"/>
                        <a:ea typeface="+mn-ea"/>
                        <a:cs typeface="+mn-cs"/>
                      </a:endParaRPr>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en-US" sz="1800" b="0" kern="1200" dirty="0">
                          <a:solidFill>
                            <a:schemeClr val="lt1"/>
                          </a:solidFill>
                          <a:latin typeface="IBM Plex Mono Medium" panose="020B0609050203000203" pitchFamily="49" charset="0"/>
                          <a:ea typeface="+mn-ea"/>
                          <a:cs typeface="+mn-cs"/>
                        </a:rPr>
                        <a:t>Name of Group members </a:t>
                      </a:r>
                    </a:p>
                  </a:txBody>
                  <a:tcPr/>
                </a:tc>
                <a:extLst>
                  <a:ext uri="{0D108BD9-81ED-4DB2-BD59-A6C34878D82A}">
                    <a16:rowId xmlns:a16="http://schemas.microsoft.com/office/drawing/2014/main" val="2185234682"/>
                  </a:ext>
                </a:extLst>
              </a:tr>
              <a:tr h="655413">
                <a:tc>
                  <a:txBody>
                    <a:bodyPr/>
                    <a:lstStyle/>
                    <a:p>
                      <a:pPr algn="ctr" rtl="1"/>
                      <a:r>
                        <a:rPr lang="en-US" sz="1600" b="0" kern="1200" dirty="0">
                          <a:solidFill>
                            <a:schemeClr val="tx1">
                              <a:lumMod val="95000"/>
                              <a:lumOff val="5000"/>
                            </a:schemeClr>
                          </a:solidFill>
                          <a:latin typeface="IBM Plex Mono Medium" panose="020B0609050203000203" pitchFamily="49" charset="0"/>
                          <a:ea typeface="+mn-ea"/>
                          <a:cs typeface="+mn-cs"/>
                        </a:rPr>
                        <a:t>81</a:t>
                      </a:r>
                      <a:endParaRPr lang="ar-SA" sz="1600" b="0" kern="1200" dirty="0">
                        <a:solidFill>
                          <a:schemeClr val="tx1">
                            <a:lumMod val="95000"/>
                            <a:lumOff val="5000"/>
                          </a:schemeClr>
                        </a:solidFill>
                        <a:latin typeface="IBM Plex Mono Medium" panose="020B0609050203000203" pitchFamily="49" charset="0"/>
                        <a:ea typeface="+mn-ea"/>
                        <a:cs typeface="+mn-cs"/>
                      </a:endParaRPr>
                    </a:p>
                  </a:txBody>
                  <a:tcPr/>
                </a:tc>
                <a:tc>
                  <a:txBody>
                    <a:bodyPr/>
                    <a:lstStyle/>
                    <a:p>
                      <a:pPr algn="ctr" rtl="1"/>
                      <a:r>
                        <a:rPr lang="en-US" sz="1600" b="0" kern="1200" dirty="0">
                          <a:solidFill>
                            <a:schemeClr val="tx1">
                              <a:lumMod val="95000"/>
                              <a:lumOff val="5000"/>
                            </a:schemeClr>
                          </a:solidFill>
                          <a:latin typeface="IBM Plex Mono Medium" panose="020B0609050203000203" pitchFamily="49" charset="0"/>
                          <a:ea typeface="+mn-ea"/>
                          <a:cs typeface="+mn-cs"/>
                        </a:rPr>
                        <a:t>222427138</a:t>
                      </a:r>
                      <a:endParaRPr lang="ar-SA" sz="1600" b="0" kern="1200" dirty="0">
                        <a:solidFill>
                          <a:schemeClr val="tx1">
                            <a:lumMod val="95000"/>
                            <a:lumOff val="5000"/>
                          </a:schemeClr>
                        </a:solidFill>
                        <a:latin typeface="IBM Plex Mono Medium" panose="020B0609050203000203" pitchFamily="49" charset="0"/>
                        <a:ea typeface="+mn-ea"/>
                        <a:cs typeface="+mn-cs"/>
                      </a:endParaRPr>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en-US" sz="1600" b="0" kern="1200" dirty="0" err="1">
                          <a:solidFill>
                            <a:schemeClr val="tx1">
                              <a:lumMod val="95000"/>
                              <a:lumOff val="5000"/>
                            </a:schemeClr>
                          </a:solidFill>
                          <a:latin typeface="IBM Plex Mono Medium" panose="020B0609050203000203" pitchFamily="49" charset="0"/>
                          <a:ea typeface="+mn-ea"/>
                          <a:cs typeface="+mn-cs"/>
                        </a:rPr>
                        <a:t>Atekah</a:t>
                      </a:r>
                      <a:r>
                        <a:rPr lang="en-US" sz="1600" b="0" kern="1200" dirty="0">
                          <a:solidFill>
                            <a:schemeClr val="tx1">
                              <a:lumMod val="95000"/>
                              <a:lumOff val="5000"/>
                            </a:schemeClr>
                          </a:solidFill>
                          <a:latin typeface="IBM Plex Mono Medium" panose="020B0609050203000203" pitchFamily="49" charset="0"/>
                          <a:ea typeface="+mn-ea"/>
                          <a:cs typeface="+mn-cs"/>
                        </a:rPr>
                        <a:t> Hussain </a:t>
                      </a:r>
                      <a:r>
                        <a:rPr lang="en-US" sz="1600" b="0" kern="1200" dirty="0" err="1">
                          <a:solidFill>
                            <a:schemeClr val="tx1">
                              <a:lumMod val="95000"/>
                              <a:lumOff val="5000"/>
                            </a:schemeClr>
                          </a:solidFill>
                          <a:latin typeface="IBM Plex Mono Medium" panose="020B0609050203000203" pitchFamily="49" charset="0"/>
                          <a:ea typeface="+mn-ea"/>
                          <a:cs typeface="+mn-cs"/>
                        </a:rPr>
                        <a:t>Aljafar</a:t>
                      </a:r>
                      <a:r>
                        <a:rPr lang="en-US" sz="1600" b="0" kern="1200" dirty="0">
                          <a:solidFill>
                            <a:schemeClr val="tx1">
                              <a:lumMod val="95000"/>
                              <a:lumOff val="5000"/>
                            </a:schemeClr>
                          </a:solidFill>
                          <a:latin typeface="IBM Plex Mono Medium" panose="020B0609050203000203" pitchFamily="49" charset="0"/>
                          <a:ea typeface="+mn-ea"/>
                          <a:cs typeface="+mn-cs"/>
                        </a:rPr>
                        <a:t> </a:t>
                      </a:r>
                    </a:p>
                  </a:txBody>
                  <a:tcPr/>
                </a:tc>
                <a:extLst>
                  <a:ext uri="{0D108BD9-81ED-4DB2-BD59-A6C34878D82A}">
                    <a16:rowId xmlns:a16="http://schemas.microsoft.com/office/drawing/2014/main" val="3494262730"/>
                  </a:ext>
                </a:extLst>
              </a:tr>
              <a:tr h="693688">
                <a:tc>
                  <a:txBody>
                    <a:bodyPr/>
                    <a:lstStyle/>
                    <a:p>
                      <a:pPr algn="ctr" rtl="1"/>
                      <a:r>
                        <a:rPr lang="en-US" sz="1600" b="0" kern="1200" dirty="0">
                          <a:solidFill>
                            <a:schemeClr val="tx1">
                              <a:lumMod val="95000"/>
                              <a:lumOff val="5000"/>
                            </a:schemeClr>
                          </a:solidFill>
                          <a:latin typeface="IBM Plex Mono Medium" panose="020B0609050203000203" pitchFamily="49" charset="0"/>
                          <a:ea typeface="+mn-ea"/>
                          <a:cs typeface="+mn-cs"/>
                        </a:rPr>
                        <a:t>81</a:t>
                      </a:r>
                      <a:endParaRPr lang="ar-SA" sz="1600" b="0" kern="1200" dirty="0">
                        <a:solidFill>
                          <a:schemeClr val="tx1">
                            <a:lumMod val="95000"/>
                            <a:lumOff val="5000"/>
                          </a:schemeClr>
                        </a:solidFill>
                        <a:latin typeface="IBM Plex Mono Medium" panose="020B0609050203000203" pitchFamily="49" charset="0"/>
                        <a:ea typeface="+mn-ea"/>
                        <a:cs typeface="+mn-cs"/>
                      </a:endParaRPr>
                    </a:p>
                  </a:txBody>
                  <a:tcPr/>
                </a:tc>
                <a:tc>
                  <a:txBody>
                    <a:bodyPr/>
                    <a:lstStyle/>
                    <a:p>
                      <a:pPr algn="ctr" rtl="1"/>
                      <a:r>
                        <a:rPr lang="en-US" sz="1600" b="0" kern="1200" dirty="0">
                          <a:solidFill>
                            <a:schemeClr val="tx1">
                              <a:lumMod val="95000"/>
                              <a:lumOff val="5000"/>
                            </a:schemeClr>
                          </a:solidFill>
                          <a:latin typeface="IBM Plex Mono Medium" panose="020B0609050203000203" pitchFamily="49" charset="0"/>
                          <a:ea typeface="+mn-ea"/>
                          <a:cs typeface="+mn-cs"/>
                        </a:rPr>
                        <a:t>222411640</a:t>
                      </a:r>
                      <a:endParaRPr lang="ar-SA" sz="1600" b="0" kern="1200" dirty="0">
                        <a:solidFill>
                          <a:schemeClr val="tx1">
                            <a:lumMod val="95000"/>
                            <a:lumOff val="5000"/>
                          </a:schemeClr>
                        </a:solidFill>
                        <a:latin typeface="IBM Plex Mono Medium" panose="020B0609050203000203" pitchFamily="49" charset="0"/>
                        <a:ea typeface="+mn-ea"/>
                        <a:cs typeface="+mn-cs"/>
                      </a:endParaRPr>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en-US" sz="1600" b="0" kern="1200" dirty="0">
                          <a:solidFill>
                            <a:schemeClr val="tx1">
                              <a:lumMod val="95000"/>
                              <a:lumOff val="5000"/>
                            </a:schemeClr>
                          </a:solidFill>
                          <a:latin typeface="IBM Plex Mono Medium" panose="020B0609050203000203" pitchFamily="49" charset="0"/>
                          <a:ea typeface="+mn-ea"/>
                          <a:cs typeface="+mn-cs"/>
                        </a:rPr>
                        <a:t>Fatimah Nasser </a:t>
                      </a:r>
                      <a:r>
                        <a:rPr lang="en-US" sz="1600" b="0" kern="1200" dirty="0" err="1">
                          <a:solidFill>
                            <a:schemeClr val="tx1">
                              <a:lumMod val="95000"/>
                              <a:lumOff val="5000"/>
                            </a:schemeClr>
                          </a:solidFill>
                          <a:latin typeface="IBM Plex Mono Medium" panose="020B0609050203000203" pitchFamily="49" charset="0"/>
                          <a:ea typeface="+mn-ea"/>
                          <a:cs typeface="+mn-cs"/>
                        </a:rPr>
                        <a:t>Albesher</a:t>
                      </a:r>
                      <a:r>
                        <a:rPr lang="en-US" sz="1600" b="0" kern="1200" dirty="0">
                          <a:solidFill>
                            <a:schemeClr val="tx1">
                              <a:lumMod val="95000"/>
                              <a:lumOff val="5000"/>
                            </a:schemeClr>
                          </a:solidFill>
                          <a:latin typeface="IBM Plex Mono Medium" panose="020B0609050203000203" pitchFamily="49" charset="0"/>
                          <a:ea typeface="+mn-ea"/>
                          <a:cs typeface="+mn-cs"/>
                        </a:rPr>
                        <a:t> </a:t>
                      </a:r>
                    </a:p>
                  </a:txBody>
                  <a:tcPr/>
                </a:tc>
                <a:extLst>
                  <a:ext uri="{0D108BD9-81ED-4DB2-BD59-A6C34878D82A}">
                    <a16:rowId xmlns:a16="http://schemas.microsoft.com/office/drawing/2014/main" val="2171445279"/>
                  </a:ext>
                </a:extLst>
              </a:tr>
              <a:tr h="693688">
                <a:tc>
                  <a:txBody>
                    <a:bodyPr/>
                    <a:lstStyle/>
                    <a:p>
                      <a:pPr algn="ctr" rtl="1"/>
                      <a:r>
                        <a:rPr lang="en-US" sz="1600" b="0" kern="1200" dirty="0">
                          <a:solidFill>
                            <a:schemeClr val="tx1">
                              <a:lumMod val="95000"/>
                              <a:lumOff val="5000"/>
                            </a:schemeClr>
                          </a:solidFill>
                          <a:latin typeface="IBM Plex Mono Medium" panose="020B0609050203000203" pitchFamily="49" charset="0"/>
                          <a:ea typeface="+mn-ea"/>
                          <a:cs typeface="+mn-cs"/>
                        </a:rPr>
                        <a:t>81</a:t>
                      </a:r>
                      <a:endParaRPr lang="ar-SA" sz="1600" b="0" kern="1200" dirty="0">
                        <a:solidFill>
                          <a:schemeClr val="tx1">
                            <a:lumMod val="95000"/>
                            <a:lumOff val="5000"/>
                          </a:schemeClr>
                        </a:solidFill>
                        <a:latin typeface="IBM Plex Mono Medium" panose="020B0609050203000203" pitchFamily="49" charset="0"/>
                        <a:ea typeface="+mn-ea"/>
                        <a:cs typeface="+mn-cs"/>
                      </a:endParaRPr>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en-US" sz="1600" b="0" kern="1200" dirty="0">
                          <a:solidFill>
                            <a:schemeClr val="tx1">
                              <a:lumMod val="95000"/>
                              <a:lumOff val="5000"/>
                            </a:schemeClr>
                          </a:solidFill>
                          <a:latin typeface="IBM Plex Mono Medium" panose="020B0609050203000203" pitchFamily="49" charset="0"/>
                          <a:ea typeface="+mn-ea"/>
                          <a:cs typeface="+mn-cs"/>
                        </a:rPr>
                        <a:t>222412119 </a:t>
                      </a:r>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en-US" sz="1600" b="0" kern="1200" dirty="0">
                          <a:solidFill>
                            <a:schemeClr val="tx1">
                              <a:lumMod val="95000"/>
                              <a:lumOff val="5000"/>
                            </a:schemeClr>
                          </a:solidFill>
                          <a:latin typeface="IBM Plex Mono Medium" panose="020B0609050203000203" pitchFamily="49" charset="0"/>
                          <a:ea typeface="+mn-ea"/>
                          <a:cs typeface="+mn-cs"/>
                        </a:rPr>
                        <a:t>Fatimah Hussain </a:t>
                      </a:r>
                      <a:r>
                        <a:rPr lang="en-US" sz="1600" b="0" kern="1200" dirty="0" err="1">
                          <a:solidFill>
                            <a:schemeClr val="tx1">
                              <a:lumMod val="95000"/>
                              <a:lumOff val="5000"/>
                            </a:schemeClr>
                          </a:solidFill>
                          <a:latin typeface="IBM Plex Mono Medium" panose="020B0609050203000203" pitchFamily="49" charset="0"/>
                          <a:ea typeface="+mn-ea"/>
                          <a:cs typeface="+mn-cs"/>
                        </a:rPr>
                        <a:t>Alabdellah</a:t>
                      </a:r>
                      <a:r>
                        <a:rPr lang="en-US" sz="1600" b="0" kern="1200" dirty="0">
                          <a:solidFill>
                            <a:schemeClr val="tx1">
                              <a:lumMod val="95000"/>
                              <a:lumOff val="5000"/>
                            </a:schemeClr>
                          </a:solidFill>
                          <a:latin typeface="IBM Plex Mono Medium" panose="020B0609050203000203" pitchFamily="49" charset="0"/>
                          <a:ea typeface="+mn-ea"/>
                          <a:cs typeface="+mn-cs"/>
                        </a:rPr>
                        <a:t> </a:t>
                      </a:r>
                    </a:p>
                  </a:txBody>
                  <a:tcPr/>
                </a:tc>
                <a:extLst>
                  <a:ext uri="{0D108BD9-81ED-4DB2-BD59-A6C34878D82A}">
                    <a16:rowId xmlns:a16="http://schemas.microsoft.com/office/drawing/2014/main" val="2060017005"/>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83"/>
        <p:cNvGrpSpPr/>
        <p:nvPr/>
      </p:nvGrpSpPr>
      <p:grpSpPr>
        <a:xfrm>
          <a:off x="0" y="0"/>
          <a:ext cx="0" cy="0"/>
          <a:chOff x="0" y="0"/>
          <a:chExt cx="0" cy="0"/>
        </a:xfrm>
      </p:grpSpPr>
      <p:grpSp>
        <p:nvGrpSpPr>
          <p:cNvPr id="1486" name="Google Shape;1486;p38"/>
          <p:cNvGrpSpPr/>
          <p:nvPr/>
        </p:nvGrpSpPr>
        <p:grpSpPr>
          <a:xfrm>
            <a:off x="-374387" y="3354325"/>
            <a:ext cx="3922590" cy="2969900"/>
            <a:chOff x="-374387" y="3354325"/>
            <a:chExt cx="3922590" cy="2969900"/>
          </a:xfrm>
        </p:grpSpPr>
        <p:pic>
          <p:nvPicPr>
            <p:cNvPr id="1487" name="Google Shape;1487;p38"/>
            <p:cNvPicPr preferRelativeResize="0"/>
            <p:nvPr/>
          </p:nvPicPr>
          <p:blipFill rotWithShape="1">
            <a:blip r:embed="rId3">
              <a:alphaModFix/>
            </a:blip>
            <a:srcRect l="16960" t="24718" r="7121" b="26177"/>
            <a:stretch/>
          </p:blipFill>
          <p:spPr>
            <a:xfrm>
              <a:off x="-374387" y="3354325"/>
              <a:ext cx="3891276" cy="2969900"/>
            </a:xfrm>
            <a:prstGeom prst="rect">
              <a:avLst/>
            </a:prstGeom>
            <a:noFill/>
            <a:ln>
              <a:noFill/>
            </a:ln>
          </p:spPr>
        </p:pic>
        <p:grpSp>
          <p:nvGrpSpPr>
            <p:cNvPr id="1488" name="Google Shape;1488;p38"/>
            <p:cNvGrpSpPr/>
            <p:nvPr/>
          </p:nvGrpSpPr>
          <p:grpSpPr>
            <a:xfrm>
              <a:off x="1853583" y="4445557"/>
              <a:ext cx="1694620" cy="1360169"/>
              <a:chOff x="7945225" y="4302000"/>
              <a:chExt cx="904666" cy="726121"/>
            </a:xfrm>
          </p:grpSpPr>
          <p:sp>
            <p:nvSpPr>
              <p:cNvPr id="1489" name="Google Shape;1489;p38"/>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38"/>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1" name="Google Shape;1491;p38"/>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493" name="Google Shape;1493;p38"/>
          <p:cNvGrpSpPr/>
          <p:nvPr/>
        </p:nvGrpSpPr>
        <p:grpSpPr>
          <a:xfrm>
            <a:off x="6487513" y="-1301175"/>
            <a:ext cx="4268216" cy="6666030"/>
            <a:chOff x="6128138" y="-1301175"/>
            <a:chExt cx="4268216" cy="6666030"/>
          </a:xfrm>
        </p:grpSpPr>
        <p:sp>
          <p:nvSpPr>
            <p:cNvPr id="1494" name="Google Shape;1494;p38"/>
            <p:cNvSpPr/>
            <p:nvPr/>
          </p:nvSpPr>
          <p:spPr>
            <a:xfrm>
              <a:off x="6368175" y="103161"/>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1495;p38"/>
            <p:cNvSpPr/>
            <p:nvPr/>
          </p:nvSpPr>
          <p:spPr>
            <a:xfrm>
              <a:off x="6711143" y="81300"/>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6" name="Google Shape;1496;p38"/>
            <p:cNvSpPr/>
            <p:nvPr/>
          </p:nvSpPr>
          <p:spPr>
            <a:xfrm>
              <a:off x="7243039" y="245650"/>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7" name="Google Shape;1497;p38"/>
            <p:cNvSpPr/>
            <p:nvPr/>
          </p:nvSpPr>
          <p:spPr>
            <a:xfrm>
              <a:off x="6875804" y="622450"/>
              <a:ext cx="1860443" cy="4595326"/>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8" name="Google Shape;1498;p38"/>
            <p:cNvSpPr/>
            <p:nvPr/>
          </p:nvSpPr>
          <p:spPr>
            <a:xfrm>
              <a:off x="6573850" y="621225"/>
              <a:ext cx="1860443" cy="4595326"/>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499" name="Google Shape;1499;p38"/>
            <p:cNvPicPr preferRelativeResize="0"/>
            <p:nvPr/>
          </p:nvPicPr>
          <p:blipFill rotWithShape="1">
            <a:blip r:embed="rId3">
              <a:alphaModFix/>
            </a:blip>
            <a:srcRect l="16960" t="24718" r="7121" b="26177"/>
            <a:stretch/>
          </p:blipFill>
          <p:spPr>
            <a:xfrm>
              <a:off x="6128138" y="-1301175"/>
              <a:ext cx="4198516" cy="3204401"/>
            </a:xfrm>
            <a:prstGeom prst="rect">
              <a:avLst/>
            </a:prstGeom>
            <a:noFill/>
            <a:ln>
              <a:noFill/>
            </a:ln>
          </p:spPr>
        </p:pic>
        <p:grpSp>
          <p:nvGrpSpPr>
            <p:cNvPr id="1500" name="Google Shape;1500;p38"/>
            <p:cNvGrpSpPr/>
            <p:nvPr/>
          </p:nvGrpSpPr>
          <p:grpSpPr>
            <a:xfrm rot="5400000">
              <a:off x="7873341" y="4254316"/>
              <a:ext cx="708100" cy="708500"/>
              <a:chOff x="3678700" y="407275"/>
              <a:chExt cx="708100" cy="708500"/>
            </a:xfrm>
          </p:grpSpPr>
          <p:sp>
            <p:nvSpPr>
              <p:cNvPr id="1501" name="Google Shape;1501;p38"/>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2" name="Google Shape;1502;p38"/>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3" name="Google Shape;1503;p38"/>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1504;p38"/>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1505;p38"/>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6" name="Google Shape;1506;p38"/>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7" name="Google Shape;1507;p38"/>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08" name="Google Shape;1508;p38"/>
            <p:cNvGrpSpPr/>
            <p:nvPr/>
          </p:nvGrpSpPr>
          <p:grpSpPr>
            <a:xfrm rot="5400000">
              <a:off x="8639847" y="3354200"/>
              <a:ext cx="457787" cy="458045"/>
              <a:chOff x="3678700" y="407275"/>
              <a:chExt cx="708100" cy="708500"/>
            </a:xfrm>
          </p:grpSpPr>
          <p:sp>
            <p:nvSpPr>
              <p:cNvPr id="1509" name="Google Shape;1509;p38"/>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0" name="Google Shape;1510;p38"/>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1" name="Google Shape;1511;p38"/>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2" name="Google Shape;1512;p38"/>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3" name="Google Shape;1513;p38"/>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4" name="Google Shape;1514;p38"/>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5" name="Google Shape;1515;p38"/>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16" name="Google Shape;1516;p38"/>
            <p:cNvGrpSpPr/>
            <p:nvPr/>
          </p:nvGrpSpPr>
          <p:grpSpPr>
            <a:xfrm>
              <a:off x="7787267" y="539497"/>
              <a:ext cx="208184" cy="208184"/>
              <a:chOff x="8356813" y="1074288"/>
              <a:chExt cx="351900" cy="351900"/>
            </a:xfrm>
          </p:grpSpPr>
          <p:sp>
            <p:nvSpPr>
              <p:cNvPr id="1517" name="Google Shape;1517;p38"/>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8" name="Google Shape;1518;p38"/>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19" name="Google Shape;1519;p38"/>
            <p:cNvGrpSpPr/>
            <p:nvPr/>
          </p:nvGrpSpPr>
          <p:grpSpPr>
            <a:xfrm>
              <a:off x="7194842" y="2467660"/>
              <a:ext cx="208184" cy="208184"/>
              <a:chOff x="8356813" y="1074288"/>
              <a:chExt cx="351900" cy="351900"/>
            </a:xfrm>
          </p:grpSpPr>
          <p:sp>
            <p:nvSpPr>
              <p:cNvPr id="1520" name="Google Shape;1520;p38"/>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1" name="Google Shape;1521;p38"/>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22" name="Google Shape;1522;p38"/>
            <p:cNvSpPr/>
            <p:nvPr/>
          </p:nvSpPr>
          <p:spPr>
            <a:xfrm>
              <a:off x="7095150" y="4164050"/>
              <a:ext cx="147900" cy="147900"/>
            </a:xfrm>
            <a:prstGeom prst="ellipse">
              <a:avLst/>
            </a:pr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23" name="Google Shape;1523;p38"/>
          <p:cNvGrpSpPr/>
          <p:nvPr/>
        </p:nvGrpSpPr>
        <p:grpSpPr>
          <a:xfrm>
            <a:off x="796100" y="3019701"/>
            <a:ext cx="4558967" cy="134100"/>
            <a:chOff x="796100" y="3019701"/>
            <a:chExt cx="4558967" cy="134100"/>
          </a:xfrm>
        </p:grpSpPr>
        <p:sp>
          <p:nvSpPr>
            <p:cNvPr id="1524" name="Google Shape;1524;p38"/>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525" name="Google Shape;1525;p38"/>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526" name="Google Shape;1526;p38"/>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 name="TextBox 8">
            <a:extLst>
              <a:ext uri="{FF2B5EF4-FFF2-40B4-BE49-F238E27FC236}">
                <a16:creationId xmlns:a16="http://schemas.microsoft.com/office/drawing/2014/main" id="{EA0D708F-3626-9F0D-CCA5-1E8A3295913F}"/>
              </a:ext>
            </a:extLst>
          </p:cNvPr>
          <p:cNvSpPr txBox="1"/>
          <p:nvPr/>
        </p:nvSpPr>
        <p:spPr>
          <a:xfrm>
            <a:off x="641312" y="2673189"/>
            <a:ext cx="5562600" cy="395108"/>
          </a:xfrm>
          <a:prstGeom prst="rect">
            <a:avLst/>
          </a:prstGeom>
          <a:noFill/>
        </p:spPr>
        <p:txBody>
          <a:bodyPr wrap="square">
            <a:spAutoFit/>
          </a:bodyPr>
          <a:lstStyle/>
          <a:p>
            <a:pPr algn="ctr" rtl="0" fontAlgn="base">
              <a:lnSpc>
                <a:spcPts val="2175"/>
              </a:lnSpc>
            </a:pPr>
            <a:r>
              <a:rPr lang="en-US" sz="2800" b="1" dirty="0">
                <a:solidFill>
                  <a:schemeClr val="dk2"/>
                </a:solidFill>
                <a:latin typeface="IBM Plex Mono"/>
                <a:sym typeface="IBM Plex Mono"/>
              </a:rPr>
              <a:t>Introduction</a:t>
            </a:r>
            <a:r>
              <a:rPr lang="en-US" sz="1800" b="1" i="0" dirty="0">
                <a:solidFill>
                  <a:schemeClr val="tx1">
                    <a:lumMod val="90000"/>
                    <a:lumOff val="10000"/>
                  </a:schemeClr>
                </a:solidFill>
                <a:effectLst/>
                <a:latin typeface="Times New Roman" panose="02020603050405020304" pitchFamily="18" charset="0"/>
              </a:rPr>
              <a:t> </a:t>
            </a:r>
            <a:endParaRPr lang="en-US" b="1" i="0" dirty="0">
              <a:solidFill>
                <a:schemeClr val="tx1">
                  <a:lumMod val="90000"/>
                  <a:lumOff val="10000"/>
                </a:schemeClr>
              </a:solidFill>
              <a:effectLst/>
              <a:latin typeface="Segoe UI" panose="020B0502040204020203"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30"/>
        <p:cNvGrpSpPr/>
        <p:nvPr/>
      </p:nvGrpSpPr>
      <p:grpSpPr>
        <a:xfrm>
          <a:off x="0" y="0"/>
          <a:ext cx="0" cy="0"/>
          <a:chOff x="0" y="0"/>
          <a:chExt cx="0" cy="0"/>
        </a:xfrm>
      </p:grpSpPr>
      <p:sp>
        <p:nvSpPr>
          <p:cNvPr id="1531" name="Google Shape;1531;p3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dirty="0"/>
              <a:t>Introduction</a:t>
            </a:r>
            <a:endParaRPr sz="2400" dirty="0"/>
          </a:p>
        </p:txBody>
      </p:sp>
      <p:sp>
        <p:nvSpPr>
          <p:cNvPr id="1533" name="Google Shape;1533;p39"/>
          <p:cNvSpPr txBox="1">
            <a:spLocks noGrp="1"/>
          </p:cNvSpPr>
          <p:nvPr>
            <p:ph type="subTitle" idx="2"/>
          </p:nvPr>
        </p:nvSpPr>
        <p:spPr>
          <a:xfrm>
            <a:off x="719994" y="1512413"/>
            <a:ext cx="3543000" cy="1830600"/>
          </a:xfrm>
          <a:prstGeom prst="rect">
            <a:avLst/>
          </a:prstGeom>
        </p:spPr>
        <p:txBody>
          <a:bodyPr spcFirstLastPara="1" wrap="square" lIns="91425" tIns="91425" rIns="91425" bIns="91425" anchor="t" anchorCtr="0">
            <a:noAutofit/>
          </a:bodyPr>
          <a:lstStyle/>
          <a:p>
            <a:pPr marL="0" indent="0"/>
            <a:r>
              <a:rPr lang="en-US" dirty="0"/>
              <a:t>This project focuses on implementing basic data processing tasks using assembly language. The program processes set of numbers stored in memory, performing operations such as separating the even numbers, averaging, and sorting. </a:t>
            </a:r>
          </a:p>
        </p:txBody>
      </p:sp>
      <p:grpSp>
        <p:nvGrpSpPr>
          <p:cNvPr id="1534" name="Google Shape;1534;p39"/>
          <p:cNvGrpSpPr/>
          <p:nvPr/>
        </p:nvGrpSpPr>
        <p:grpSpPr>
          <a:xfrm>
            <a:off x="-123925" y="4132283"/>
            <a:ext cx="4558967" cy="1141122"/>
            <a:chOff x="-123925" y="4132283"/>
            <a:chExt cx="4558967" cy="1141122"/>
          </a:xfrm>
        </p:grpSpPr>
        <p:grpSp>
          <p:nvGrpSpPr>
            <p:cNvPr id="1535" name="Google Shape;1535;p39"/>
            <p:cNvGrpSpPr/>
            <p:nvPr/>
          </p:nvGrpSpPr>
          <p:grpSpPr>
            <a:xfrm>
              <a:off x="-2" y="4132283"/>
              <a:ext cx="2308406" cy="1141122"/>
              <a:chOff x="-2" y="4132283"/>
              <a:chExt cx="2308406" cy="1141122"/>
            </a:xfrm>
          </p:grpSpPr>
          <p:sp>
            <p:nvSpPr>
              <p:cNvPr id="1536" name="Google Shape;1536;p39"/>
              <p:cNvSpPr/>
              <p:nvPr/>
            </p:nvSpPr>
            <p:spPr>
              <a:xfrm rot="5400000">
                <a:off x="663005" y="3628622"/>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1537;p39"/>
              <p:cNvSpPr/>
              <p:nvPr/>
            </p:nvSpPr>
            <p:spPr>
              <a:xfrm rot="5400000">
                <a:off x="663620" y="3469276"/>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8" name="Google Shape;1538;p39"/>
            <p:cNvGrpSpPr/>
            <p:nvPr/>
          </p:nvGrpSpPr>
          <p:grpSpPr>
            <a:xfrm>
              <a:off x="-123925" y="4386226"/>
              <a:ext cx="4558967" cy="134100"/>
              <a:chOff x="796100" y="3019701"/>
              <a:chExt cx="4558967" cy="134100"/>
            </a:xfrm>
          </p:grpSpPr>
          <p:sp>
            <p:nvSpPr>
              <p:cNvPr id="1539" name="Google Shape;1539;p39"/>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540" name="Google Shape;1540;p39"/>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541" name="Google Shape;1541;p39"/>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 name="Subtitle 2">
            <a:extLst>
              <a:ext uri="{FF2B5EF4-FFF2-40B4-BE49-F238E27FC236}">
                <a16:creationId xmlns:a16="http://schemas.microsoft.com/office/drawing/2014/main" id="{0E32D43A-EE50-3A24-07BF-3FDEC7D2AFBF}"/>
              </a:ext>
            </a:extLst>
          </p:cNvPr>
          <p:cNvSpPr>
            <a:spLocks noGrp="1"/>
          </p:cNvSpPr>
          <p:nvPr>
            <p:ph type="subTitle" idx="1"/>
          </p:nvPr>
        </p:nvSpPr>
        <p:spPr>
          <a:xfrm>
            <a:off x="4881000" y="1512413"/>
            <a:ext cx="3543000" cy="1830600"/>
          </a:xfrm>
        </p:spPr>
        <p:txBody>
          <a:bodyPr/>
          <a:lstStyle/>
          <a:p>
            <a:r>
              <a:rPr lang="en-US" dirty="0"/>
              <a:t>      The project also focuses on structured programming principles by leveraging subroutines for each specific task and implementing stack operations to manage subroutine calls and local data. </a:t>
            </a:r>
          </a:p>
          <a:p>
            <a:endParaRPr lang="ar-SA"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83">
          <a:extLst>
            <a:ext uri="{FF2B5EF4-FFF2-40B4-BE49-F238E27FC236}">
              <a16:creationId xmlns:a16="http://schemas.microsoft.com/office/drawing/2014/main" id="{99BF27B2-6C63-72BD-F5F4-481223EB1509}"/>
            </a:ext>
          </a:extLst>
        </p:cNvPr>
        <p:cNvGrpSpPr/>
        <p:nvPr/>
      </p:nvGrpSpPr>
      <p:grpSpPr>
        <a:xfrm>
          <a:off x="0" y="0"/>
          <a:ext cx="0" cy="0"/>
          <a:chOff x="0" y="0"/>
          <a:chExt cx="0" cy="0"/>
        </a:xfrm>
      </p:grpSpPr>
      <p:grpSp>
        <p:nvGrpSpPr>
          <p:cNvPr id="1486" name="Google Shape;1486;p38">
            <a:extLst>
              <a:ext uri="{FF2B5EF4-FFF2-40B4-BE49-F238E27FC236}">
                <a16:creationId xmlns:a16="http://schemas.microsoft.com/office/drawing/2014/main" id="{E1F75C7F-4121-871B-D491-DB95D258B5D0}"/>
              </a:ext>
            </a:extLst>
          </p:cNvPr>
          <p:cNvGrpSpPr/>
          <p:nvPr/>
        </p:nvGrpSpPr>
        <p:grpSpPr>
          <a:xfrm>
            <a:off x="-374387" y="3354325"/>
            <a:ext cx="3922590" cy="2969900"/>
            <a:chOff x="-374387" y="3354325"/>
            <a:chExt cx="3922590" cy="2969900"/>
          </a:xfrm>
        </p:grpSpPr>
        <p:pic>
          <p:nvPicPr>
            <p:cNvPr id="1487" name="Google Shape;1487;p38">
              <a:extLst>
                <a:ext uri="{FF2B5EF4-FFF2-40B4-BE49-F238E27FC236}">
                  <a16:creationId xmlns:a16="http://schemas.microsoft.com/office/drawing/2014/main" id="{2A7DA128-F1B5-CD53-8F87-29078FDAEC5F}"/>
                </a:ext>
              </a:extLst>
            </p:cNvPr>
            <p:cNvPicPr preferRelativeResize="0"/>
            <p:nvPr/>
          </p:nvPicPr>
          <p:blipFill rotWithShape="1">
            <a:blip r:embed="rId3">
              <a:alphaModFix/>
            </a:blip>
            <a:srcRect l="16960" t="24718" r="7121" b="26177"/>
            <a:stretch/>
          </p:blipFill>
          <p:spPr>
            <a:xfrm>
              <a:off x="-374387" y="3354325"/>
              <a:ext cx="3891276" cy="2969900"/>
            </a:xfrm>
            <a:prstGeom prst="rect">
              <a:avLst/>
            </a:prstGeom>
            <a:noFill/>
            <a:ln>
              <a:noFill/>
            </a:ln>
          </p:spPr>
        </p:pic>
        <p:grpSp>
          <p:nvGrpSpPr>
            <p:cNvPr id="1488" name="Google Shape;1488;p38">
              <a:extLst>
                <a:ext uri="{FF2B5EF4-FFF2-40B4-BE49-F238E27FC236}">
                  <a16:creationId xmlns:a16="http://schemas.microsoft.com/office/drawing/2014/main" id="{08F3E192-C828-2366-63E5-28C6CEABD257}"/>
                </a:ext>
              </a:extLst>
            </p:cNvPr>
            <p:cNvGrpSpPr/>
            <p:nvPr/>
          </p:nvGrpSpPr>
          <p:grpSpPr>
            <a:xfrm>
              <a:off x="1853583" y="4445557"/>
              <a:ext cx="1694620" cy="1360169"/>
              <a:chOff x="7945225" y="4302000"/>
              <a:chExt cx="904666" cy="726121"/>
            </a:xfrm>
          </p:grpSpPr>
          <p:sp>
            <p:nvSpPr>
              <p:cNvPr id="1489" name="Google Shape;1489;p38">
                <a:extLst>
                  <a:ext uri="{FF2B5EF4-FFF2-40B4-BE49-F238E27FC236}">
                    <a16:creationId xmlns:a16="http://schemas.microsoft.com/office/drawing/2014/main" id="{534DF46D-F9D1-C91F-1876-128EBEE0AE2F}"/>
                  </a:ext>
                </a:extLst>
              </p:cNvPr>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38">
                <a:extLst>
                  <a:ext uri="{FF2B5EF4-FFF2-40B4-BE49-F238E27FC236}">
                    <a16:creationId xmlns:a16="http://schemas.microsoft.com/office/drawing/2014/main" id="{01756803-3AFC-11E8-F5DE-D1CCF141B865}"/>
                  </a:ext>
                </a:extLst>
              </p:cNvPr>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1" name="Google Shape;1491;p38">
                <a:extLst>
                  <a:ext uri="{FF2B5EF4-FFF2-40B4-BE49-F238E27FC236}">
                    <a16:creationId xmlns:a16="http://schemas.microsoft.com/office/drawing/2014/main" id="{4CCAF1DE-5DD0-4515-3671-9E8844125B0D}"/>
                  </a:ext>
                </a:extLst>
              </p:cNvPr>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493" name="Google Shape;1493;p38">
            <a:extLst>
              <a:ext uri="{FF2B5EF4-FFF2-40B4-BE49-F238E27FC236}">
                <a16:creationId xmlns:a16="http://schemas.microsoft.com/office/drawing/2014/main" id="{FBCDCC2B-D2AD-883D-6BB2-E711B0EFD1B8}"/>
              </a:ext>
            </a:extLst>
          </p:cNvPr>
          <p:cNvGrpSpPr/>
          <p:nvPr/>
        </p:nvGrpSpPr>
        <p:grpSpPr>
          <a:xfrm>
            <a:off x="6487513" y="-1301175"/>
            <a:ext cx="4268216" cy="6666030"/>
            <a:chOff x="6128138" y="-1301175"/>
            <a:chExt cx="4268216" cy="6666030"/>
          </a:xfrm>
        </p:grpSpPr>
        <p:sp>
          <p:nvSpPr>
            <p:cNvPr id="1494" name="Google Shape;1494;p38">
              <a:extLst>
                <a:ext uri="{FF2B5EF4-FFF2-40B4-BE49-F238E27FC236}">
                  <a16:creationId xmlns:a16="http://schemas.microsoft.com/office/drawing/2014/main" id="{13F797E1-FB44-71F6-B450-979EF86AFD49}"/>
                </a:ext>
              </a:extLst>
            </p:cNvPr>
            <p:cNvSpPr/>
            <p:nvPr/>
          </p:nvSpPr>
          <p:spPr>
            <a:xfrm>
              <a:off x="6368175" y="103161"/>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1495;p38">
              <a:extLst>
                <a:ext uri="{FF2B5EF4-FFF2-40B4-BE49-F238E27FC236}">
                  <a16:creationId xmlns:a16="http://schemas.microsoft.com/office/drawing/2014/main" id="{31E6C6E6-D290-C11B-0893-FC3E164B8822}"/>
                </a:ext>
              </a:extLst>
            </p:cNvPr>
            <p:cNvSpPr/>
            <p:nvPr/>
          </p:nvSpPr>
          <p:spPr>
            <a:xfrm>
              <a:off x="6711143" y="81300"/>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6" name="Google Shape;1496;p38">
              <a:extLst>
                <a:ext uri="{FF2B5EF4-FFF2-40B4-BE49-F238E27FC236}">
                  <a16:creationId xmlns:a16="http://schemas.microsoft.com/office/drawing/2014/main" id="{0AC21895-01F9-FD1E-A848-15856516FE8C}"/>
                </a:ext>
              </a:extLst>
            </p:cNvPr>
            <p:cNvSpPr/>
            <p:nvPr/>
          </p:nvSpPr>
          <p:spPr>
            <a:xfrm>
              <a:off x="7243039" y="245650"/>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7" name="Google Shape;1497;p38">
              <a:extLst>
                <a:ext uri="{FF2B5EF4-FFF2-40B4-BE49-F238E27FC236}">
                  <a16:creationId xmlns:a16="http://schemas.microsoft.com/office/drawing/2014/main" id="{7147602E-CE48-6BBA-2BCC-AFA2F11E7973}"/>
                </a:ext>
              </a:extLst>
            </p:cNvPr>
            <p:cNvSpPr/>
            <p:nvPr/>
          </p:nvSpPr>
          <p:spPr>
            <a:xfrm>
              <a:off x="6875804" y="622450"/>
              <a:ext cx="1860443" cy="4595326"/>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8" name="Google Shape;1498;p38">
              <a:extLst>
                <a:ext uri="{FF2B5EF4-FFF2-40B4-BE49-F238E27FC236}">
                  <a16:creationId xmlns:a16="http://schemas.microsoft.com/office/drawing/2014/main" id="{A0971455-5A8A-9C21-CF7C-E2387608D357}"/>
                </a:ext>
              </a:extLst>
            </p:cNvPr>
            <p:cNvSpPr/>
            <p:nvPr/>
          </p:nvSpPr>
          <p:spPr>
            <a:xfrm>
              <a:off x="6573850" y="621225"/>
              <a:ext cx="1860443" cy="4595326"/>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499" name="Google Shape;1499;p38">
              <a:extLst>
                <a:ext uri="{FF2B5EF4-FFF2-40B4-BE49-F238E27FC236}">
                  <a16:creationId xmlns:a16="http://schemas.microsoft.com/office/drawing/2014/main" id="{36EAA28C-685E-2145-48F4-62A846D538E8}"/>
                </a:ext>
              </a:extLst>
            </p:cNvPr>
            <p:cNvPicPr preferRelativeResize="0"/>
            <p:nvPr/>
          </p:nvPicPr>
          <p:blipFill rotWithShape="1">
            <a:blip r:embed="rId3">
              <a:alphaModFix/>
            </a:blip>
            <a:srcRect l="16960" t="24718" r="7121" b="26177"/>
            <a:stretch/>
          </p:blipFill>
          <p:spPr>
            <a:xfrm>
              <a:off x="6128138" y="-1301175"/>
              <a:ext cx="4198516" cy="3204401"/>
            </a:xfrm>
            <a:prstGeom prst="rect">
              <a:avLst/>
            </a:prstGeom>
            <a:noFill/>
            <a:ln>
              <a:noFill/>
            </a:ln>
          </p:spPr>
        </p:pic>
        <p:grpSp>
          <p:nvGrpSpPr>
            <p:cNvPr id="1500" name="Google Shape;1500;p38">
              <a:extLst>
                <a:ext uri="{FF2B5EF4-FFF2-40B4-BE49-F238E27FC236}">
                  <a16:creationId xmlns:a16="http://schemas.microsoft.com/office/drawing/2014/main" id="{6472611C-94A4-1290-5FFE-524691CA2F6E}"/>
                </a:ext>
              </a:extLst>
            </p:cNvPr>
            <p:cNvGrpSpPr/>
            <p:nvPr/>
          </p:nvGrpSpPr>
          <p:grpSpPr>
            <a:xfrm rot="5400000">
              <a:off x="7873341" y="4254316"/>
              <a:ext cx="708100" cy="708500"/>
              <a:chOff x="3678700" y="407275"/>
              <a:chExt cx="708100" cy="708500"/>
            </a:xfrm>
          </p:grpSpPr>
          <p:sp>
            <p:nvSpPr>
              <p:cNvPr id="1501" name="Google Shape;1501;p38">
                <a:extLst>
                  <a:ext uri="{FF2B5EF4-FFF2-40B4-BE49-F238E27FC236}">
                    <a16:creationId xmlns:a16="http://schemas.microsoft.com/office/drawing/2014/main" id="{17339D9B-AE1E-C142-505C-4364A38E8AFD}"/>
                  </a:ext>
                </a:extLst>
              </p:cNvPr>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2" name="Google Shape;1502;p38">
                <a:extLst>
                  <a:ext uri="{FF2B5EF4-FFF2-40B4-BE49-F238E27FC236}">
                    <a16:creationId xmlns:a16="http://schemas.microsoft.com/office/drawing/2014/main" id="{929C7E9A-735F-9F7B-63E8-D8D742C4EFEE}"/>
                  </a:ext>
                </a:extLst>
              </p:cNvPr>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3" name="Google Shape;1503;p38">
                <a:extLst>
                  <a:ext uri="{FF2B5EF4-FFF2-40B4-BE49-F238E27FC236}">
                    <a16:creationId xmlns:a16="http://schemas.microsoft.com/office/drawing/2014/main" id="{4632B836-5113-91E0-E05E-B3D0188B6CCC}"/>
                  </a:ext>
                </a:extLst>
              </p:cNvPr>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1504;p38">
                <a:extLst>
                  <a:ext uri="{FF2B5EF4-FFF2-40B4-BE49-F238E27FC236}">
                    <a16:creationId xmlns:a16="http://schemas.microsoft.com/office/drawing/2014/main" id="{0C6D6CE6-38A1-72FA-CC2F-5557E92BA8AC}"/>
                  </a:ext>
                </a:extLst>
              </p:cNvPr>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1505;p38">
                <a:extLst>
                  <a:ext uri="{FF2B5EF4-FFF2-40B4-BE49-F238E27FC236}">
                    <a16:creationId xmlns:a16="http://schemas.microsoft.com/office/drawing/2014/main" id="{E6F5AD8A-76CF-44BB-FCC7-413482274A4B}"/>
                  </a:ext>
                </a:extLst>
              </p:cNvPr>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6" name="Google Shape;1506;p38">
                <a:extLst>
                  <a:ext uri="{FF2B5EF4-FFF2-40B4-BE49-F238E27FC236}">
                    <a16:creationId xmlns:a16="http://schemas.microsoft.com/office/drawing/2014/main" id="{46266108-05F3-A861-0753-6B2FEACC90E9}"/>
                  </a:ext>
                </a:extLst>
              </p:cNvPr>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7" name="Google Shape;1507;p38">
                <a:extLst>
                  <a:ext uri="{FF2B5EF4-FFF2-40B4-BE49-F238E27FC236}">
                    <a16:creationId xmlns:a16="http://schemas.microsoft.com/office/drawing/2014/main" id="{88E18B4C-2028-A671-29C9-7D93C6E2D52C}"/>
                  </a:ext>
                </a:extLst>
              </p:cNvPr>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08" name="Google Shape;1508;p38">
              <a:extLst>
                <a:ext uri="{FF2B5EF4-FFF2-40B4-BE49-F238E27FC236}">
                  <a16:creationId xmlns:a16="http://schemas.microsoft.com/office/drawing/2014/main" id="{FCA1762C-1023-1027-F393-B9D70BCBC88C}"/>
                </a:ext>
              </a:extLst>
            </p:cNvPr>
            <p:cNvGrpSpPr/>
            <p:nvPr/>
          </p:nvGrpSpPr>
          <p:grpSpPr>
            <a:xfrm rot="5400000">
              <a:off x="8639847" y="3354200"/>
              <a:ext cx="457787" cy="458045"/>
              <a:chOff x="3678700" y="407275"/>
              <a:chExt cx="708100" cy="708500"/>
            </a:xfrm>
          </p:grpSpPr>
          <p:sp>
            <p:nvSpPr>
              <p:cNvPr id="1509" name="Google Shape;1509;p38">
                <a:extLst>
                  <a:ext uri="{FF2B5EF4-FFF2-40B4-BE49-F238E27FC236}">
                    <a16:creationId xmlns:a16="http://schemas.microsoft.com/office/drawing/2014/main" id="{E512D2BD-D4F8-A5E7-34F5-0AAB57F0E663}"/>
                  </a:ext>
                </a:extLst>
              </p:cNvPr>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0" name="Google Shape;1510;p38">
                <a:extLst>
                  <a:ext uri="{FF2B5EF4-FFF2-40B4-BE49-F238E27FC236}">
                    <a16:creationId xmlns:a16="http://schemas.microsoft.com/office/drawing/2014/main" id="{EFB9C705-08A2-4D2A-AE72-2FCBF71E49A7}"/>
                  </a:ext>
                </a:extLst>
              </p:cNvPr>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1" name="Google Shape;1511;p38">
                <a:extLst>
                  <a:ext uri="{FF2B5EF4-FFF2-40B4-BE49-F238E27FC236}">
                    <a16:creationId xmlns:a16="http://schemas.microsoft.com/office/drawing/2014/main" id="{3A8C02B5-6F7C-1A8F-5A45-25757C0956FC}"/>
                  </a:ext>
                </a:extLst>
              </p:cNvPr>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2" name="Google Shape;1512;p38">
                <a:extLst>
                  <a:ext uri="{FF2B5EF4-FFF2-40B4-BE49-F238E27FC236}">
                    <a16:creationId xmlns:a16="http://schemas.microsoft.com/office/drawing/2014/main" id="{1C658E69-2743-6E8E-2B19-198FDEF36FBB}"/>
                  </a:ext>
                </a:extLst>
              </p:cNvPr>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3" name="Google Shape;1513;p38">
                <a:extLst>
                  <a:ext uri="{FF2B5EF4-FFF2-40B4-BE49-F238E27FC236}">
                    <a16:creationId xmlns:a16="http://schemas.microsoft.com/office/drawing/2014/main" id="{45FE9992-F0F3-5F0F-872B-EBDE60124F3E}"/>
                  </a:ext>
                </a:extLst>
              </p:cNvPr>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4" name="Google Shape;1514;p38">
                <a:extLst>
                  <a:ext uri="{FF2B5EF4-FFF2-40B4-BE49-F238E27FC236}">
                    <a16:creationId xmlns:a16="http://schemas.microsoft.com/office/drawing/2014/main" id="{88CDCC8A-1ECA-2806-7FD1-D121BA08AE29}"/>
                  </a:ext>
                </a:extLst>
              </p:cNvPr>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5" name="Google Shape;1515;p38">
                <a:extLst>
                  <a:ext uri="{FF2B5EF4-FFF2-40B4-BE49-F238E27FC236}">
                    <a16:creationId xmlns:a16="http://schemas.microsoft.com/office/drawing/2014/main" id="{CE859E80-EFB5-A7EC-0006-C0CBCA7E51BE}"/>
                  </a:ext>
                </a:extLst>
              </p:cNvPr>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16" name="Google Shape;1516;p38">
              <a:extLst>
                <a:ext uri="{FF2B5EF4-FFF2-40B4-BE49-F238E27FC236}">
                  <a16:creationId xmlns:a16="http://schemas.microsoft.com/office/drawing/2014/main" id="{9E2DD539-CF0A-454A-5EBD-C8FE2AF4FAA1}"/>
                </a:ext>
              </a:extLst>
            </p:cNvPr>
            <p:cNvGrpSpPr/>
            <p:nvPr/>
          </p:nvGrpSpPr>
          <p:grpSpPr>
            <a:xfrm>
              <a:off x="7787267" y="539497"/>
              <a:ext cx="208184" cy="208184"/>
              <a:chOff x="8356813" y="1074288"/>
              <a:chExt cx="351900" cy="351900"/>
            </a:xfrm>
          </p:grpSpPr>
          <p:sp>
            <p:nvSpPr>
              <p:cNvPr id="1517" name="Google Shape;1517;p38">
                <a:extLst>
                  <a:ext uri="{FF2B5EF4-FFF2-40B4-BE49-F238E27FC236}">
                    <a16:creationId xmlns:a16="http://schemas.microsoft.com/office/drawing/2014/main" id="{277E25EF-B69A-1221-50DE-02356381C1C4}"/>
                  </a:ext>
                </a:extLst>
              </p:cNvPr>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8" name="Google Shape;1518;p38">
                <a:extLst>
                  <a:ext uri="{FF2B5EF4-FFF2-40B4-BE49-F238E27FC236}">
                    <a16:creationId xmlns:a16="http://schemas.microsoft.com/office/drawing/2014/main" id="{2C39EC68-455C-25EB-B586-3CC4A30E3DC1}"/>
                  </a:ext>
                </a:extLst>
              </p:cNvPr>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19" name="Google Shape;1519;p38">
              <a:extLst>
                <a:ext uri="{FF2B5EF4-FFF2-40B4-BE49-F238E27FC236}">
                  <a16:creationId xmlns:a16="http://schemas.microsoft.com/office/drawing/2014/main" id="{427E3AF5-3A66-C19F-77AC-04AF8B73860B}"/>
                </a:ext>
              </a:extLst>
            </p:cNvPr>
            <p:cNvGrpSpPr/>
            <p:nvPr/>
          </p:nvGrpSpPr>
          <p:grpSpPr>
            <a:xfrm>
              <a:off x="7194842" y="2467660"/>
              <a:ext cx="208184" cy="208184"/>
              <a:chOff x="8356813" y="1074288"/>
              <a:chExt cx="351900" cy="351900"/>
            </a:xfrm>
          </p:grpSpPr>
          <p:sp>
            <p:nvSpPr>
              <p:cNvPr id="1520" name="Google Shape;1520;p38">
                <a:extLst>
                  <a:ext uri="{FF2B5EF4-FFF2-40B4-BE49-F238E27FC236}">
                    <a16:creationId xmlns:a16="http://schemas.microsoft.com/office/drawing/2014/main" id="{856A6E6E-8B00-EE79-EFD4-FC3936B25C9B}"/>
                  </a:ext>
                </a:extLst>
              </p:cNvPr>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1" name="Google Shape;1521;p38">
                <a:extLst>
                  <a:ext uri="{FF2B5EF4-FFF2-40B4-BE49-F238E27FC236}">
                    <a16:creationId xmlns:a16="http://schemas.microsoft.com/office/drawing/2014/main" id="{A33381CE-77E6-BB2E-A52D-AC5B2A28BDEE}"/>
                  </a:ext>
                </a:extLst>
              </p:cNvPr>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22" name="Google Shape;1522;p38">
              <a:extLst>
                <a:ext uri="{FF2B5EF4-FFF2-40B4-BE49-F238E27FC236}">
                  <a16:creationId xmlns:a16="http://schemas.microsoft.com/office/drawing/2014/main" id="{CD005605-1B70-4491-1CD6-03E4005D0C72}"/>
                </a:ext>
              </a:extLst>
            </p:cNvPr>
            <p:cNvSpPr/>
            <p:nvPr/>
          </p:nvSpPr>
          <p:spPr>
            <a:xfrm>
              <a:off x="7095150" y="4164050"/>
              <a:ext cx="147900" cy="147900"/>
            </a:xfrm>
            <a:prstGeom prst="ellipse">
              <a:avLst/>
            </a:pr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23" name="Google Shape;1523;p38">
            <a:extLst>
              <a:ext uri="{FF2B5EF4-FFF2-40B4-BE49-F238E27FC236}">
                <a16:creationId xmlns:a16="http://schemas.microsoft.com/office/drawing/2014/main" id="{43D98968-E829-0ADC-4881-1135D9A8D730}"/>
              </a:ext>
            </a:extLst>
          </p:cNvPr>
          <p:cNvGrpSpPr/>
          <p:nvPr/>
        </p:nvGrpSpPr>
        <p:grpSpPr>
          <a:xfrm>
            <a:off x="796100" y="3019701"/>
            <a:ext cx="4558967" cy="134100"/>
            <a:chOff x="796100" y="3019701"/>
            <a:chExt cx="4558967" cy="134100"/>
          </a:xfrm>
        </p:grpSpPr>
        <p:sp>
          <p:nvSpPr>
            <p:cNvPr id="1524" name="Google Shape;1524;p38">
              <a:extLst>
                <a:ext uri="{FF2B5EF4-FFF2-40B4-BE49-F238E27FC236}">
                  <a16:creationId xmlns:a16="http://schemas.microsoft.com/office/drawing/2014/main" id="{CE310BCC-E4BD-5218-D1AF-9236613AE7B9}"/>
                </a:ext>
              </a:extLst>
            </p:cNvPr>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525" name="Google Shape;1525;p38">
              <a:extLst>
                <a:ext uri="{FF2B5EF4-FFF2-40B4-BE49-F238E27FC236}">
                  <a16:creationId xmlns:a16="http://schemas.microsoft.com/office/drawing/2014/main" id="{29A169C2-1A37-8884-6BFC-0D97AF02A22E}"/>
                </a:ext>
              </a:extLst>
            </p:cNvPr>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526" name="Google Shape;1526;p38">
              <a:extLst>
                <a:ext uri="{FF2B5EF4-FFF2-40B4-BE49-F238E27FC236}">
                  <a16:creationId xmlns:a16="http://schemas.microsoft.com/office/drawing/2014/main" id="{942ED13F-AC26-3363-48EE-9BB0CC435F11}"/>
                </a:ext>
              </a:extLst>
            </p:cNvPr>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 name="TextBox 8">
            <a:extLst>
              <a:ext uri="{FF2B5EF4-FFF2-40B4-BE49-F238E27FC236}">
                <a16:creationId xmlns:a16="http://schemas.microsoft.com/office/drawing/2014/main" id="{5519CEA3-F7DC-CF76-50D1-834CDD79166D}"/>
              </a:ext>
            </a:extLst>
          </p:cNvPr>
          <p:cNvSpPr txBox="1"/>
          <p:nvPr/>
        </p:nvSpPr>
        <p:spPr>
          <a:xfrm>
            <a:off x="641312" y="2673189"/>
            <a:ext cx="5562600" cy="395108"/>
          </a:xfrm>
          <a:prstGeom prst="rect">
            <a:avLst/>
          </a:prstGeom>
          <a:noFill/>
        </p:spPr>
        <p:txBody>
          <a:bodyPr wrap="square">
            <a:spAutoFit/>
          </a:bodyPr>
          <a:lstStyle/>
          <a:p>
            <a:pPr algn="ctr" rtl="0" fontAlgn="base">
              <a:lnSpc>
                <a:spcPts val="2175"/>
              </a:lnSpc>
            </a:pPr>
            <a:r>
              <a:rPr lang="en-US" sz="2800" b="1" dirty="0">
                <a:solidFill>
                  <a:schemeClr val="dk2"/>
                </a:solidFill>
                <a:latin typeface="IBM Plex Mono"/>
                <a:sym typeface="IBM Plex Mono"/>
              </a:rPr>
              <a:t>Problem Statement</a:t>
            </a:r>
            <a:r>
              <a:rPr lang="en-US" sz="1800" b="1" i="0" dirty="0">
                <a:solidFill>
                  <a:schemeClr val="tx1">
                    <a:lumMod val="90000"/>
                    <a:lumOff val="10000"/>
                  </a:schemeClr>
                </a:solidFill>
                <a:effectLst/>
                <a:latin typeface="Times New Roman" panose="02020603050405020304" pitchFamily="18" charset="0"/>
              </a:rPr>
              <a:t> </a:t>
            </a:r>
            <a:endParaRPr lang="en-US" sz="2800" b="1" i="0" dirty="0">
              <a:solidFill>
                <a:schemeClr val="tx1">
                  <a:lumMod val="90000"/>
                  <a:lumOff val="10000"/>
                </a:schemeClr>
              </a:solidFill>
              <a:effectLst/>
              <a:latin typeface="Segoe UI" panose="020B0502040204020203" pitchFamily="34" charset="0"/>
            </a:endParaRPr>
          </a:p>
        </p:txBody>
      </p:sp>
    </p:spTree>
    <p:extLst>
      <p:ext uri="{BB962C8B-B14F-4D97-AF65-F5344CB8AC3E}">
        <p14:creationId xmlns:p14="http://schemas.microsoft.com/office/powerpoint/2010/main" val="42831686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66"/>
        <p:cNvGrpSpPr/>
        <p:nvPr/>
      </p:nvGrpSpPr>
      <p:grpSpPr>
        <a:xfrm>
          <a:off x="0" y="0"/>
          <a:ext cx="0" cy="0"/>
          <a:chOff x="0" y="0"/>
          <a:chExt cx="0" cy="0"/>
        </a:xfrm>
      </p:grpSpPr>
      <p:sp>
        <p:nvSpPr>
          <p:cNvPr id="1467" name="Google Shape;1467;p3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2400" dirty="0">
                <a:solidFill>
                  <a:schemeClr val="dk2"/>
                </a:solidFill>
                <a:latin typeface="IBM Plex Mono"/>
                <a:ea typeface="IBM Plex Mono"/>
                <a:cs typeface="IBM Plex Mono"/>
                <a:sym typeface="IBM Plex Mono"/>
              </a:rPr>
              <a:t>Problem Statement</a:t>
            </a:r>
          </a:p>
        </p:txBody>
      </p:sp>
      <p:sp>
        <p:nvSpPr>
          <p:cNvPr id="28" name="TextBox 27">
            <a:extLst>
              <a:ext uri="{FF2B5EF4-FFF2-40B4-BE49-F238E27FC236}">
                <a16:creationId xmlns:a16="http://schemas.microsoft.com/office/drawing/2014/main" id="{D2EB8DF1-80C4-62C9-68F0-F2994D258240}"/>
              </a:ext>
            </a:extLst>
          </p:cNvPr>
          <p:cNvSpPr txBox="1"/>
          <p:nvPr/>
        </p:nvSpPr>
        <p:spPr>
          <a:xfrm>
            <a:off x="720000" y="1489659"/>
            <a:ext cx="8762667" cy="2164182"/>
          </a:xfrm>
          <a:prstGeom prst="rect">
            <a:avLst/>
          </a:prstGeom>
          <a:noFill/>
        </p:spPr>
        <p:txBody>
          <a:bodyPr wrap="square">
            <a:spAutoFit/>
          </a:bodyPr>
          <a:lstStyle/>
          <a:p>
            <a:pPr algn="just" rtl="0" fontAlgn="base">
              <a:lnSpc>
                <a:spcPts val="1725"/>
              </a:lnSpc>
            </a:pPr>
            <a:r>
              <a:rPr lang="en-US" sz="1600" b="0" i="0" dirty="0">
                <a:solidFill>
                  <a:schemeClr val="accent2">
                    <a:lumMod val="25000"/>
                  </a:schemeClr>
                </a:solidFill>
                <a:effectLst/>
                <a:latin typeface="IBM Plex Mono Medium" panose="020B0609050203000203" pitchFamily="49" charset="0"/>
              </a:rPr>
              <a:t>Problem Description: </a:t>
            </a:r>
          </a:p>
          <a:p>
            <a:pPr algn="just" rtl="0" fontAlgn="base">
              <a:lnSpc>
                <a:spcPts val="1725"/>
              </a:lnSpc>
            </a:pPr>
            <a:r>
              <a:rPr lang="en-US" sz="1600" b="0" i="0" dirty="0">
                <a:solidFill>
                  <a:srgbClr val="000000"/>
                </a:solidFill>
                <a:effectLst/>
                <a:latin typeface="IBM Plex Mono Medium" panose="020B0609050203000203" pitchFamily="49" charset="0"/>
              </a:rPr>
              <a:t> </a:t>
            </a:r>
          </a:p>
          <a:p>
            <a:pPr algn="just" rtl="0" fontAlgn="base">
              <a:lnSpc>
                <a:spcPts val="2588"/>
              </a:lnSpc>
            </a:pPr>
            <a:r>
              <a:rPr lang="en-US" sz="1600" b="0" i="0" dirty="0">
                <a:effectLst/>
                <a:latin typeface="IBM Plex Mono Medium" panose="020B0609050203000203" pitchFamily="49" charset="0"/>
              </a:rPr>
              <a:t>Write a program in Assembly language that reads the numbers </a:t>
            </a:r>
          </a:p>
          <a:p>
            <a:pPr algn="just" rtl="0" fontAlgn="base">
              <a:lnSpc>
                <a:spcPts val="2588"/>
              </a:lnSpc>
            </a:pPr>
            <a:r>
              <a:rPr lang="en-US" sz="1600" b="0" i="0" dirty="0">
                <a:effectLst/>
                <a:latin typeface="IBM Plex Mono Medium" panose="020B0609050203000203" pitchFamily="49" charset="0"/>
              </a:rPr>
              <a:t>from memory </a:t>
            </a:r>
          </a:p>
          <a:p>
            <a:pPr algn="just" rtl="0" fontAlgn="base">
              <a:lnSpc>
                <a:spcPts val="2588"/>
              </a:lnSpc>
            </a:pPr>
            <a:r>
              <a:rPr lang="en-US" sz="1600" b="1" i="0" dirty="0">
                <a:effectLst/>
                <a:latin typeface="IBM Plex Mono Medium" panose="020B0609050203000203" pitchFamily="49" charset="0"/>
              </a:rPr>
              <a:t>(num1: </a:t>
            </a:r>
            <a:r>
              <a:rPr lang="en-US" sz="1600" b="1" i="0" dirty="0" err="1">
                <a:effectLst/>
                <a:latin typeface="IBM Plex Mono Medium" panose="020B0609050203000203" pitchFamily="49" charset="0"/>
              </a:rPr>
              <a:t>dw</a:t>
            </a:r>
            <a:r>
              <a:rPr lang="en-US" sz="1600" b="1" i="0" dirty="0">
                <a:effectLst/>
                <a:latin typeface="IBM Plex Mono Medium" panose="020B0609050203000203" pitchFamily="49" charset="0"/>
              </a:rPr>
              <a:t> 16,17,18,19,20,21,22,23,24,25,26,27,28,29,30,31,32)</a:t>
            </a:r>
            <a:r>
              <a:rPr lang="en-US" sz="1600" b="0" i="0" dirty="0">
                <a:effectLst/>
                <a:latin typeface="IBM Plex Mono Medium" panose="020B0609050203000203" pitchFamily="49" charset="0"/>
              </a:rPr>
              <a:t> </a:t>
            </a:r>
          </a:p>
          <a:p>
            <a:pPr algn="just" rtl="0" fontAlgn="base">
              <a:lnSpc>
                <a:spcPts val="2588"/>
              </a:lnSpc>
            </a:pPr>
            <a:r>
              <a:rPr lang="en-US" sz="1600" b="0" i="0" dirty="0">
                <a:effectLst/>
                <a:latin typeface="IBM Plex Mono Medium" panose="020B0609050203000203" pitchFamily="49" charset="0"/>
              </a:rPr>
              <a:t> </a:t>
            </a:r>
          </a:p>
          <a:p>
            <a:pPr algn="just" rtl="0" fontAlgn="base">
              <a:lnSpc>
                <a:spcPts val="2588"/>
              </a:lnSpc>
            </a:pPr>
            <a:r>
              <a:rPr lang="en-US" sz="1600" b="0" i="0" dirty="0">
                <a:effectLst/>
                <a:latin typeface="IBM Plex Mono Medium" panose="020B0609050203000203" pitchFamily="49" charset="0"/>
              </a:rPr>
              <a:t>and perform following operations on them: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66">
          <a:extLst>
            <a:ext uri="{FF2B5EF4-FFF2-40B4-BE49-F238E27FC236}">
              <a16:creationId xmlns:a16="http://schemas.microsoft.com/office/drawing/2014/main" id="{1EE89379-4658-8619-B73F-9E0DDEBA13B8}"/>
            </a:ext>
          </a:extLst>
        </p:cNvPr>
        <p:cNvGrpSpPr/>
        <p:nvPr/>
      </p:nvGrpSpPr>
      <p:grpSpPr>
        <a:xfrm>
          <a:off x="0" y="0"/>
          <a:ext cx="0" cy="0"/>
          <a:chOff x="0" y="0"/>
          <a:chExt cx="0" cy="0"/>
        </a:xfrm>
      </p:grpSpPr>
      <p:sp>
        <p:nvSpPr>
          <p:cNvPr id="1467" name="Google Shape;1467;p37">
            <a:extLst>
              <a:ext uri="{FF2B5EF4-FFF2-40B4-BE49-F238E27FC236}">
                <a16:creationId xmlns:a16="http://schemas.microsoft.com/office/drawing/2014/main" id="{484A43D5-74CB-66DA-BB58-2635C7F23CCC}"/>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2400" dirty="0">
                <a:solidFill>
                  <a:schemeClr val="dk2"/>
                </a:solidFill>
                <a:latin typeface="IBM Plex Mono"/>
                <a:ea typeface="IBM Plex Mono"/>
                <a:cs typeface="IBM Plex Mono"/>
                <a:sym typeface="IBM Plex Mono"/>
              </a:rPr>
              <a:t>Problem Statement</a:t>
            </a:r>
          </a:p>
        </p:txBody>
      </p:sp>
      <p:sp>
        <p:nvSpPr>
          <p:cNvPr id="28" name="TextBox 27">
            <a:extLst>
              <a:ext uri="{FF2B5EF4-FFF2-40B4-BE49-F238E27FC236}">
                <a16:creationId xmlns:a16="http://schemas.microsoft.com/office/drawing/2014/main" id="{0F1A9B2B-6AE9-BCBF-3D5F-9FAEC21731C3}"/>
              </a:ext>
            </a:extLst>
          </p:cNvPr>
          <p:cNvSpPr txBox="1"/>
          <p:nvPr/>
        </p:nvSpPr>
        <p:spPr>
          <a:xfrm>
            <a:off x="720000" y="1377480"/>
            <a:ext cx="7611200" cy="2388539"/>
          </a:xfrm>
          <a:prstGeom prst="rect">
            <a:avLst/>
          </a:prstGeom>
          <a:noFill/>
        </p:spPr>
        <p:txBody>
          <a:bodyPr wrap="square">
            <a:spAutoFit/>
          </a:bodyPr>
          <a:lstStyle/>
          <a:p>
            <a:pPr algn="just" rtl="0" fontAlgn="base">
              <a:lnSpc>
                <a:spcPts val="2588"/>
              </a:lnSpc>
              <a:buFont typeface="Arial" panose="020B0604020202020204" pitchFamily="34" charset="0"/>
              <a:buChar char="•"/>
            </a:pPr>
            <a:r>
              <a:rPr lang="en-US" sz="1600" b="0" i="0" dirty="0">
                <a:solidFill>
                  <a:srgbClr val="000000"/>
                </a:solidFill>
                <a:effectLst/>
                <a:latin typeface="IBM Plex Mono Medium" panose="020B0609050203000203" pitchFamily="49" charset="0"/>
              </a:rPr>
              <a:t>Separate the even numbers and store the result (even numbers) in consecutive memory locations in an array (</a:t>
            </a:r>
            <a:r>
              <a:rPr lang="en-US" sz="1600" b="0" i="0" dirty="0" err="1">
                <a:solidFill>
                  <a:srgbClr val="000000"/>
                </a:solidFill>
                <a:effectLst/>
                <a:latin typeface="IBM Plex Mono Medium" panose="020B0609050203000203" pitchFamily="49" charset="0"/>
              </a:rPr>
              <a:t>dw</a:t>
            </a:r>
            <a:r>
              <a:rPr lang="en-US" sz="1600" b="0" i="0" dirty="0">
                <a:solidFill>
                  <a:srgbClr val="000000"/>
                </a:solidFill>
                <a:effectLst/>
                <a:latin typeface="IBM Plex Mono Medium" panose="020B0609050203000203" pitchFamily="49" charset="0"/>
              </a:rPr>
              <a:t>) named </a:t>
            </a:r>
            <a:r>
              <a:rPr lang="en-US" sz="1600" b="1" i="0" dirty="0">
                <a:solidFill>
                  <a:srgbClr val="000000"/>
                </a:solidFill>
                <a:effectLst/>
                <a:latin typeface="IBM Plex Mono Medium" panose="020B0609050203000203" pitchFamily="49" charset="0"/>
              </a:rPr>
              <a:t>'even’</a:t>
            </a:r>
            <a:r>
              <a:rPr lang="en-US" sz="1600" b="0" i="0" dirty="0">
                <a:solidFill>
                  <a:srgbClr val="000000"/>
                </a:solidFill>
                <a:effectLst/>
                <a:latin typeface="IBM Plex Mono Medium" panose="020B0609050203000203" pitchFamily="49" charset="0"/>
              </a:rPr>
              <a:t>. </a:t>
            </a:r>
          </a:p>
          <a:p>
            <a:pPr algn="just" rtl="0" fontAlgn="base">
              <a:lnSpc>
                <a:spcPts val="2588"/>
              </a:lnSpc>
              <a:buFont typeface="Arial" panose="020B0604020202020204" pitchFamily="34" charset="0"/>
              <a:buChar char="•"/>
            </a:pPr>
            <a:endParaRPr lang="en-US" sz="1600" b="0" i="0" dirty="0">
              <a:solidFill>
                <a:srgbClr val="000000"/>
              </a:solidFill>
              <a:effectLst/>
              <a:latin typeface="IBM Plex Mono Medium" panose="020B0609050203000203" pitchFamily="49" charset="0"/>
            </a:endParaRPr>
          </a:p>
          <a:p>
            <a:pPr algn="just" rtl="0" fontAlgn="base">
              <a:lnSpc>
                <a:spcPts val="2588"/>
              </a:lnSpc>
              <a:buFont typeface="Arial" panose="020B0604020202020204" pitchFamily="34" charset="0"/>
              <a:buChar char="•"/>
            </a:pPr>
            <a:r>
              <a:rPr lang="en-US" sz="1600" b="0" i="0" dirty="0">
                <a:solidFill>
                  <a:srgbClr val="000000"/>
                </a:solidFill>
                <a:effectLst/>
                <a:latin typeface="IBM Plex Mono Medium" panose="020B0609050203000203" pitchFamily="49" charset="0"/>
              </a:rPr>
              <a:t>Find the </a:t>
            </a:r>
            <a:r>
              <a:rPr lang="en-US" sz="1600" b="1" i="0" dirty="0">
                <a:solidFill>
                  <a:srgbClr val="000000"/>
                </a:solidFill>
                <a:effectLst/>
                <a:latin typeface="IBM Plex Mono Medium" panose="020B0609050203000203" pitchFamily="49" charset="0"/>
              </a:rPr>
              <a:t>average </a:t>
            </a:r>
            <a:r>
              <a:rPr lang="en-US" sz="1600" b="0" i="0" dirty="0">
                <a:solidFill>
                  <a:srgbClr val="000000"/>
                </a:solidFill>
                <a:effectLst/>
                <a:latin typeface="IBM Plex Mono Medium" panose="020B0609050203000203" pitchFamily="49" charset="0"/>
              </a:rPr>
              <a:t>of numbers from </a:t>
            </a:r>
            <a:r>
              <a:rPr lang="en-US" sz="1600" b="1" i="0" dirty="0">
                <a:solidFill>
                  <a:srgbClr val="000000"/>
                </a:solidFill>
                <a:effectLst/>
                <a:latin typeface="IBM Plex Mono Medium" panose="020B0609050203000203" pitchFamily="49" charset="0"/>
              </a:rPr>
              <a:t>even</a:t>
            </a:r>
            <a:r>
              <a:rPr lang="en-US" sz="1600" b="0" i="0" dirty="0">
                <a:solidFill>
                  <a:srgbClr val="000000"/>
                </a:solidFill>
                <a:effectLst/>
                <a:latin typeface="IBM Plex Mono Medium" panose="020B0609050203000203" pitchFamily="49" charset="0"/>
              </a:rPr>
              <a:t> array and store in array name   </a:t>
            </a:r>
            <a:r>
              <a:rPr lang="en-US" sz="1600" b="1" i="0" dirty="0">
                <a:solidFill>
                  <a:srgbClr val="000000"/>
                </a:solidFill>
                <a:effectLst/>
                <a:latin typeface="IBM Plex Mono Medium" panose="020B0609050203000203" pitchFamily="49" charset="0"/>
              </a:rPr>
              <a:t>avg : </a:t>
            </a:r>
            <a:r>
              <a:rPr lang="en-US" sz="1600" b="1" i="0" dirty="0" err="1">
                <a:solidFill>
                  <a:srgbClr val="000000"/>
                </a:solidFill>
                <a:effectLst/>
                <a:latin typeface="IBM Plex Mono Medium" panose="020B0609050203000203" pitchFamily="49" charset="0"/>
              </a:rPr>
              <a:t>dw</a:t>
            </a:r>
            <a:r>
              <a:rPr lang="en-US" sz="1600" b="1" i="0" dirty="0">
                <a:solidFill>
                  <a:srgbClr val="000000"/>
                </a:solidFill>
                <a:effectLst/>
                <a:latin typeface="IBM Plex Mono Medium" panose="020B0609050203000203" pitchFamily="49" charset="0"/>
              </a:rPr>
              <a:t> 0</a:t>
            </a:r>
            <a:r>
              <a:rPr lang="en-US" sz="1600" b="0" i="0" dirty="0">
                <a:solidFill>
                  <a:srgbClr val="000000"/>
                </a:solidFill>
                <a:effectLst/>
                <a:latin typeface="IBM Plex Mono Medium" panose="020B0609050203000203" pitchFamily="49" charset="0"/>
              </a:rPr>
              <a:t> </a:t>
            </a:r>
          </a:p>
          <a:p>
            <a:pPr algn="just" rtl="0" fontAlgn="base">
              <a:lnSpc>
                <a:spcPts val="2588"/>
              </a:lnSpc>
            </a:pPr>
            <a:endParaRPr lang="en-US" b="0" i="0" dirty="0">
              <a:solidFill>
                <a:srgbClr val="000000"/>
              </a:solidFill>
              <a:effectLst/>
              <a:latin typeface="IBM Plex Mono Medium" panose="020B0609050203000203" pitchFamily="49" charset="0"/>
            </a:endParaRPr>
          </a:p>
        </p:txBody>
      </p:sp>
    </p:spTree>
    <p:extLst>
      <p:ext uri="{BB962C8B-B14F-4D97-AF65-F5344CB8AC3E}">
        <p14:creationId xmlns:p14="http://schemas.microsoft.com/office/powerpoint/2010/main" val="32847008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66">
          <a:extLst>
            <a:ext uri="{FF2B5EF4-FFF2-40B4-BE49-F238E27FC236}">
              <a16:creationId xmlns:a16="http://schemas.microsoft.com/office/drawing/2014/main" id="{79996F22-EB21-A77A-C3C8-2844A6F16200}"/>
            </a:ext>
          </a:extLst>
        </p:cNvPr>
        <p:cNvGrpSpPr/>
        <p:nvPr/>
      </p:nvGrpSpPr>
      <p:grpSpPr>
        <a:xfrm>
          <a:off x="0" y="0"/>
          <a:ext cx="0" cy="0"/>
          <a:chOff x="0" y="0"/>
          <a:chExt cx="0" cy="0"/>
        </a:xfrm>
      </p:grpSpPr>
      <p:sp>
        <p:nvSpPr>
          <p:cNvPr id="1467" name="Google Shape;1467;p37">
            <a:extLst>
              <a:ext uri="{FF2B5EF4-FFF2-40B4-BE49-F238E27FC236}">
                <a16:creationId xmlns:a16="http://schemas.microsoft.com/office/drawing/2014/main" id="{52E75087-5DDB-AE99-9F5A-40364E1B2270}"/>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2400" dirty="0">
                <a:solidFill>
                  <a:schemeClr val="dk2"/>
                </a:solidFill>
                <a:latin typeface="IBM Plex Mono"/>
                <a:ea typeface="IBM Plex Mono"/>
                <a:cs typeface="IBM Plex Mono"/>
                <a:sym typeface="IBM Plex Mono"/>
              </a:rPr>
              <a:t>Problem Statement</a:t>
            </a:r>
          </a:p>
        </p:txBody>
      </p:sp>
      <p:sp>
        <p:nvSpPr>
          <p:cNvPr id="28" name="TextBox 27">
            <a:extLst>
              <a:ext uri="{FF2B5EF4-FFF2-40B4-BE49-F238E27FC236}">
                <a16:creationId xmlns:a16="http://schemas.microsoft.com/office/drawing/2014/main" id="{60D28B0B-1B5E-5215-157F-AB726D71F307}"/>
              </a:ext>
            </a:extLst>
          </p:cNvPr>
          <p:cNvSpPr txBox="1"/>
          <p:nvPr/>
        </p:nvSpPr>
        <p:spPr>
          <a:xfrm>
            <a:off x="720000" y="1388568"/>
            <a:ext cx="7958333" cy="2721964"/>
          </a:xfrm>
          <a:prstGeom prst="rect">
            <a:avLst/>
          </a:prstGeom>
          <a:noFill/>
        </p:spPr>
        <p:txBody>
          <a:bodyPr wrap="square">
            <a:spAutoFit/>
          </a:bodyPr>
          <a:lstStyle/>
          <a:p>
            <a:pPr algn="just" rtl="0" fontAlgn="base">
              <a:lnSpc>
                <a:spcPts val="2588"/>
              </a:lnSpc>
              <a:buFont typeface="Arial" panose="020B0604020202020204" pitchFamily="34" charset="0"/>
              <a:buChar char="•"/>
            </a:pPr>
            <a:r>
              <a:rPr lang="en-US" sz="1600" b="0" i="0" dirty="0">
                <a:solidFill>
                  <a:srgbClr val="000000"/>
                </a:solidFill>
                <a:effectLst/>
                <a:latin typeface="IBM Plex Mono Medium" panose="020B0609050203000203" pitchFamily="49" charset="0"/>
              </a:rPr>
              <a:t>Sort the numbers  from given array </a:t>
            </a:r>
            <a:r>
              <a:rPr lang="en-US" sz="1600" b="1" i="0" dirty="0">
                <a:solidFill>
                  <a:srgbClr val="000000"/>
                </a:solidFill>
                <a:effectLst/>
                <a:latin typeface="IBM Plex Mono Medium" panose="020B0609050203000203" pitchFamily="49" charset="0"/>
              </a:rPr>
              <a:t>(num2: </a:t>
            </a:r>
            <a:r>
              <a:rPr lang="en-US" sz="1600" b="1" i="0" dirty="0" err="1">
                <a:solidFill>
                  <a:srgbClr val="000000"/>
                </a:solidFill>
                <a:effectLst/>
                <a:latin typeface="IBM Plex Mono Medium" panose="020B0609050203000203" pitchFamily="49" charset="0"/>
              </a:rPr>
              <a:t>dw</a:t>
            </a:r>
            <a:r>
              <a:rPr lang="en-US" sz="1600" b="1" i="0" dirty="0">
                <a:solidFill>
                  <a:srgbClr val="000000"/>
                </a:solidFill>
                <a:effectLst/>
                <a:latin typeface="IBM Plex Mono Medium" panose="020B0609050203000203" pitchFamily="49" charset="0"/>
              </a:rPr>
              <a:t> 0, 1, 2, 3, 4, 5, 6, 7,8,9,10)</a:t>
            </a:r>
            <a:r>
              <a:rPr lang="en-US" sz="1600" b="0" i="0" dirty="0">
                <a:solidFill>
                  <a:srgbClr val="000000"/>
                </a:solidFill>
                <a:effectLst/>
                <a:latin typeface="IBM Plex Mono Medium" panose="020B0609050203000203" pitchFamily="49" charset="0"/>
              </a:rPr>
              <a:t> in descending order . Store the result  in consecutive memory locations in an array (</a:t>
            </a:r>
            <a:r>
              <a:rPr lang="en-US" sz="1600" b="0" i="0" dirty="0" err="1">
                <a:solidFill>
                  <a:srgbClr val="000000"/>
                </a:solidFill>
                <a:effectLst/>
                <a:latin typeface="IBM Plex Mono Medium" panose="020B0609050203000203" pitchFamily="49" charset="0"/>
              </a:rPr>
              <a:t>dw</a:t>
            </a:r>
            <a:r>
              <a:rPr lang="en-US" sz="1600" b="0" i="0" dirty="0">
                <a:solidFill>
                  <a:srgbClr val="000000"/>
                </a:solidFill>
                <a:effectLst/>
                <a:latin typeface="IBM Plex Mono Medium" panose="020B0609050203000203" pitchFamily="49" charset="0"/>
              </a:rPr>
              <a:t>) named </a:t>
            </a:r>
            <a:r>
              <a:rPr lang="en-US" sz="1600" b="1" i="0" dirty="0">
                <a:solidFill>
                  <a:srgbClr val="000000"/>
                </a:solidFill>
                <a:effectLst/>
                <a:latin typeface="IBM Plex Mono Medium" panose="020B0609050203000203" pitchFamily="49" charset="0"/>
              </a:rPr>
              <a:t>sort</a:t>
            </a:r>
            <a:r>
              <a:rPr lang="en-US" sz="1600" b="0" i="0" dirty="0">
                <a:solidFill>
                  <a:srgbClr val="000000"/>
                </a:solidFill>
                <a:effectLst/>
                <a:latin typeface="IBM Plex Mono Medium" panose="020B0609050203000203" pitchFamily="49" charset="0"/>
              </a:rPr>
              <a:t>. </a:t>
            </a:r>
          </a:p>
          <a:p>
            <a:pPr algn="just" rtl="0" fontAlgn="base">
              <a:lnSpc>
                <a:spcPts val="2588"/>
              </a:lnSpc>
              <a:buFont typeface="Arial" panose="020B0604020202020204" pitchFamily="34" charset="0"/>
              <a:buChar char="•"/>
            </a:pPr>
            <a:endParaRPr lang="en-US" sz="1600" b="0" i="0" dirty="0">
              <a:solidFill>
                <a:srgbClr val="000000"/>
              </a:solidFill>
              <a:effectLst/>
              <a:latin typeface="IBM Plex Mono Medium" panose="020B0609050203000203" pitchFamily="49" charset="0"/>
            </a:endParaRPr>
          </a:p>
          <a:p>
            <a:pPr algn="just" rtl="0" fontAlgn="base">
              <a:lnSpc>
                <a:spcPts val="2588"/>
              </a:lnSpc>
            </a:pPr>
            <a:r>
              <a:rPr lang="en-US" sz="1600" b="0" i="0" dirty="0">
                <a:solidFill>
                  <a:srgbClr val="000000"/>
                </a:solidFill>
                <a:effectLst/>
                <a:latin typeface="IBM Plex Mono Medium" panose="020B0609050203000203" pitchFamily="49" charset="0"/>
              </a:rPr>
              <a:t>There should be separate </a:t>
            </a:r>
            <a:r>
              <a:rPr lang="en-US" sz="1600" b="0" i="0" u="sng" dirty="0">
                <a:solidFill>
                  <a:srgbClr val="000000"/>
                </a:solidFill>
                <a:effectLst/>
                <a:latin typeface="IBM Plex Mono Medium" panose="020B0609050203000203" pitchFamily="49" charset="0"/>
              </a:rPr>
              <a:t>subroutines</a:t>
            </a:r>
            <a:r>
              <a:rPr lang="en-US" sz="1600" b="0" i="0" dirty="0">
                <a:solidFill>
                  <a:srgbClr val="000000"/>
                </a:solidFill>
                <a:effectLst/>
                <a:latin typeface="IBM Plex Mono Medium" panose="020B0609050203000203" pitchFamily="49" charset="0"/>
              </a:rPr>
              <a:t> for each mentioned task like </a:t>
            </a:r>
            <a:r>
              <a:rPr lang="en-US" sz="1600" b="1" i="0" dirty="0">
                <a:solidFill>
                  <a:srgbClr val="000000"/>
                </a:solidFill>
                <a:effectLst/>
                <a:latin typeface="IBM Plex Mono Medium" panose="020B0609050203000203" pitchFamily="49" charset="0"/>
              </a:rPr>
              <a:t>even</a:t>
            </a:r>
            <a:r>
              <a:rPr lang="en-US" sz="1600" b="0" i="0" dirty="0">
                <a:solidFill>
                  <a:srgbClr val="000000"/>
                </a:solidFill>
                <a:effectLst/>
                <a:latin typeface="IBM Plex Mono Medium" panose="020B0609050203000203" pitchFamily="49" charset="0"/>
              </a:rPr>
              <a:t>, </a:t>
            </a:r>
            <a:r>
              <a:rPr lang="en-US" sz="1600" b="1" i="0" dirty="0">
                <a:solidFill>
                  <a:srgbClr val="000000"/>
                </a:solidFill>
                <a:effectLst/>
                <a:latin typeface="IBM Plex Mono Medium" panose="020B0609050203000203" pitchFamily="49" charset="0"/>
              </a:rPr>
              <a:t>average</a:t>
            </a:r>
            <a:r>
              <a:rPr lang="en-US" sz="1600" b="0" i="0" dirty="0">
                <a:solidFill>
                  <a:srgbClr val="000000"/>
                </a:solidFill>
                <a:effectLst/>
                <a:latin typeface="IBM Plex Mono Medium" panose="020B0609050203000203" pitchFamily="49" charset="0"/>
              </a:rPr>
              <a:t>, </a:t>
            </a:r>
            <a:r>
              <a:rPr lang="en-US" sz="1600" b="1" i="0" dirty="0">
                <a:solidFill>
                  <a:srgbClr val="000000"/>
                </a:solidFill>
                <a:effectLst/>
                <a:latin typeface="IBM Plex Mono Medium" panose="020B0609050203000203" pitchFamily="49" charset="0"/>
              </a:rPr>
              <a:t>sort</a:t>
            </a:r>
            <a:r>
              <a:rPr lang="en-US" sz="1600" b="0" i="0" dirty="0">
                <a:solidFill>
                  <a:srgbClr val="000000"/>
                </a:solidFill>
                <a:effectLst/>
                <a:latin typeface="IBM Plex Mono Medium" panose="020B0609050203000203" pitchFamily="49" charset="0"/>
              </a:rPr>
              <a:t>. Also implement stack concept within each subroutines. </a:t>
            </a:r>
          </a:p>
          <a:p>
            <a:pPr algn="just" rtl="0" fontAlgn="base">
              <a:lnSpc>
                <a:spcPts val="2588"/>
              </a:lnSpc>
            </a:pPr>
            <a:endParaRPr lang="en-US" b="0" i="0" dirty="0">
              <a:solidFill>
                <a:srgbClr val="000000"/>
              </a:solidFill>
              <a:effectLst/>
              <a:latin typeface="IBM Plex Mono Medium" panose="020B0609050203000203" pitchFamily="49" charset="0"/>
            </a:endParaRPr>
          </a:p>
        </p:txBody>
      </p:sp>
    </p:spTree>
    <p:extLst>
      <p:ext uri="{BB962C8B-B14F-4D97-AF65-F5344CB8AC3E}">
        <p14:creationId xmlns:p14="http://schemas.microsoft.com/office/powerpoint/2010/main" val="29023676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83">
          <a:extLst>
            <a:ext uri="{FF2B5EF4-FFF2-40B4-BE49-F238E27FC236}">
              <a16:creationId xmlns:a16="http://schemas.microsoft.com/office/drawing/2014/main" id="{313847BD-F204-D0F5-6ECD-90DB9A84B59B}"/>
            </a:ext>
          </a:extLst>
        </p:cNvPr>
        <p:cNvGrpSpPr/>
        <p:nvPr/>
      </p:nvGrpSpPr>
      <p:grpSpPr>
        <a:xfrm>
          <a:off x="0" y="0"/>
          <a:ext cx="0" cy="0"/>
          <a:chOff x="0" y="0"/>
          <a:chExt cx="0" cy="0"/>
        </a:xfrm>
      </p:grpSpPr>
      <p:grpSp>
        <p:nvGrpSpPr>
          <p:cNvPr id="1486" name="Google Shape;1486;p38">
            <a:extLst>
              <a:ext uri="{FF2B5EF4-FFF2-40B4-BE49-F238E27FC236}">
                <a16:creationId xmlns:a16="http://schemas.microsoft.com/office/drawing/2014/main" id="{8E8EB9E1-1046-7FEF-6616-F848B995B0A9}"/>
              </a:ext>
            </a:extLst>
          </p:cNvPr>
          <p:cNvGrpSpPr/>
          <p:nvPr/>
        </p:nvGrpSpPr>
        <p:grpSpPr>
          <a:xfrm>
            <a:off x="-374387" y="3354325"/>
            <a:ext cx="3922590" cy="2969900"/>
            <a:chOff x="-374387" y="3354325"/>
            <a:chExt cx="3922590" cy="2969900"/>
          </a:xfrm>
        </p:grpSpPr>
        <p:pic>
          <p:nvPicPr>
            <p:cNvPr id="1487" name="Google Shape;1487;p38">
              <a:extLst>
                <a:ext uri="{FF2B5EF4-FFF2-40B4-BE49-F238E27FC236}">
                  <a16:creationId xmlns:a16="http://schemas.microsoft.com/office/drawing/2014/main" id="{9DB92A1A-3BE3-4FE9-E076-A74869A1CE2D}"/>
                </a:ext>
              </a:extLst>
            </p:cNvPr>
            <p:cNvPicPr preferRelativeResize="0"/>
            <p:nvPr/>
          </p:nvPicPr>
          <p:blipFill rotWithShape="1">
            <a:blip r:embed="rId3">
              <a:alphaModFix/>
            </a:blip>
            <a:srcRect l="16960" t="24718" r="7121" b="26177"/>
            <a:stretch/>
          </p:blipFill>
          <p:spPr>
            <a:xfrm>
              <a:off x="-374387" y="3354325"/>
              <a:ext cx="3891276" cy="2969900"/>
            </a:xfrm>
            <a:prstGeom prst="rect">
              <a:avLst/>
            </a:prstGeom>
            <a:noFill/>
            <a:ln>
              <a:noFill/>
            </a:ln>
          </p:spPr>
        </p:pic>
        <p:grpSp>
          <p:nvGrpSpPr>
            <p:cNvPr id="1488" name="Google Shape;1488;p38">
              <a:extLst>
                <a:ext uri="{FF2B5EF4-FFF2-40B4-BE49-F238E27FC236}">
                  <a16:creationId xmlns:a16="http://schemas.microsoft.com/office/drawing/2014/main" id="{A56F041A-BC96-8002-2769-97B87E1FB8CA}"/>
                </a:ext>
              </a:extLst>
            </p:cNvPr>
            <p:cNvGrpSpPr/>
            <p:nvPr/>
          </p:nvGrpSpPr>
          <p:grpSpPr>
            <a:xfrm>
              <a:off x="1853583" y="4445557"/>
              <a:ext cx="1694620" cy="1360169"/>
              <a:chOff x="7945225" y="4302000"/>
              <a:chExt cx="904666" cy="726121"/>
            </a:xfrm>
          </p:grpSpPr>
          <p:sp>
            <p:nvSpPr>
              <p:cNvPr id="1489" name="Google Shape;1489;p38">
                <a:extLst>
                  <a:ext uri="{FF2B5EF4-FFF2-40B4-BE49-F238E27FC236}">
                    <a16:creationId xmlns:a16="http://schemas.microsoft.com/office/drawing/2014/main" id="{12BB0A54-C44D-9FAA-C795-A77D16C1AE0C}"/>
                  </a:ext>
                </a:extLst>
              </p:cNvPr>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38">
                <a:extLst>
                  <a:ext uri="{FF2B5EF4-FFF2-40B4-BE49-F238E27FC236}">
                    <a16:creationId xmlns:a16="http://schemas.microsoft.com/office/drawing/2014/main" id="{0C010CD5-6099-DED9-D156-19EC0786923F}"/>
                  </a:ext>
                </a:extLst>
              </p:cNvPr>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1" name="Google Shape;1491;p38">
                <a:extLst>
                  <a:ext uri="{FF2B5EF4-FFF2-40B4-BE49-F238E27FC236}">
                    <a16:creationId xmlns:a16="http://schemas.microsoft.com/office/drawing/2014/main" id="{CA5E58CE-7252-E731-9401-4F255FFB93F9}"/>
                  </a:ext>
                </a:extLst>
              </p:cNvPr>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493" name="Google Shape;1493;p38">
            <a:extLst>
              <a:ext uri="{FF2B5EF4-FFF2-40B4-BE49-F238E27FC236}">
                <a16:creationId xmlns:a16="http://schemas.microsoft.com/office/drawing/2014/main" id="{1B3982B0-F71B-6DFF-5D9D-0CCBFD4ECA6C}"/>
              </a:ext>
            </a:extLst>
          </p:cNvPr>
          <p:cNvGrpSpPr/>
          <p:nvPr/>
        </p:nvGrpSpPr>
        <p:grpSpPr>
          <a:xfrm>
            <a:off x="6487513" y="-1301175"/>
            <a:ext cx="4268216" cy="6666030"/>
            <a:chOff x="6128138" y="-1301175"/>
            <a:chExt cx="4268216" cy="6666030"/>
          </a:xfrm>
        </p:grpSpPr>
        <p:sp>
          <p:nvSpPr>
            <p:cNvPr id="1494" name="Google Shape;1494;p38">
              <a:extLst>
                <a:ext uri="{FF2B5EF4-FFF2-40B4-BE49-F238E27FC236}">
                  <a16:creationId xmlns:a16="http://schemas.microsoft.com/office/drawing/2014/main" id="{7B69254B-4A56-B09A-C114-F89A75120279}"/>
                </a:ext>
              </a:extLst>
            </p:cNvPr>
            <p:cNvSpPr/>
            <p:nvPr/>
          </p:nvSpPr>
          <p:spPr>
            <a:xfrm>
              <a:off x="6368175" y="103161"/>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1495;p38">
              <a:extLst>
                <a:ext uri="{FF2B5EF4-FFF2-40B4-BE49-F238E27FC236}">
                  <a16:creationId xmlns:a16="http://schemas.microsoft.com/office/drawing/2014/main" id="{DC7ED9F4-315F-D25F-E3C1-69BE4370093A}"/>
                </a:ext>
              </a:extLst>
            </p:cNvPr>
            <p:cNvSpPr/>
            <p:nvPr/>
          </p:nvSpPr>
          <p:spPr>
            <a:xfrm>
              <a:off x="6711143" y="81300"/>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6" name="Google Shape;1496;p38">
              <a:extLst>
                <a:ext uri="{FF2B5EF4-FFF2-40B4-BE49-F238E27FC236}">
                  <a16:creationId xmlns:a16="http://schemas.microsoft.com/office/drawing/2014/main" id="{DB3A2AD0-1FFF-C1CF-75C0-FE3C677BA3E3}"/>
                </a:ext>
              </a:extLst>
            </p:cNvPr>
            <p:cNvSpPr/>
            <p:nvPr/>
          </p:nvSpPr>
          <p:spPr>
            <a:xfrm>
              <a:off x="7243039" y="245650"/>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7" name="Google Shape;1497;p38">
              <a:extLst>
                <a:ext uri="{FF2B5EF4-FFF2-40B4-BE49-F238E27FC236}">
                  <a16:creationId xmlns:a16="http://schemas.microsoft.com/office/drawing/2014/main" id="{5B602283-B19A-04B1-5DD1-9505D779A027}"/>
                </a:ext>
              </a:extLst>
            </p:cNvPr>
            <p:cNvSpPr/>
            <p:nvPr/>
          </p:nvSpPr>
          <p:spPr>
            <a:xfrm>
              <a:off x="6875804" y="622450"/>
              <a:ext cx="1860443" cy="4595326"/>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8" name="Google Shape;1498;p38">
              <a:extLst>
                <a:ext uri="{FF2B5EF4-FFF2-40B4-BE49-F238E27FC236}">
                  <a16:creationId xmlns:a16="http://schemas.microsoft.com/office/drawing/2014/main" id="{1AD7A5EC-EB67-0D5B-9E4F-0001E79EC189}"/>
                </a:ext>
              </a:extLst>
            </p:cNvPr>
            <p:cNvSpPr/>
            <p:nvPr/>
          </p:nvSpPr>
          <p:spPr>
            <a:xfrm>
              <a:off x="6573850" y="621225"/>
              <a:ext cx="1860443" cy="4595326"/>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499" name="Google Shape;1499;p38">
              <a:extLst>
                <a:ext uri="{FF2B5EF4-FFF2-40B4-BE49-F238E27FC236}">
                  <a16:creationId xmlns:a16="http://schemas.microsoft.com/office/drawing/2014/main" id="{4C5EE311-76D2-8A14-F59C-FEB6725F1651}"/>
                </a:ext>
              </a:extLst>
            </p:cNvPr>
            <p:cNvPicPr preferRelativeResize="0"/>
            <p:nvPr/>
          </p:nvPicPr>
          <p:blipFill rotWithShape="1">
            <a:blip r:embed="rId3">
              <a:alphaModFix/>
            </a:blip>
            <a:srcRect l="16960" t="24718" r="7121" b="26177"/>
            <a:stretch/>
          </p:blipFill>
          <p:spPr>
            <a:xfrm>
              <a:off x="6128138" y="-1301175"/>
              <a:ext cx="4198516" cy="3204401"/>
            </a:xfrm>
            <a:prstGeom prst="rect">
              <a:avLst/>
            </a:prstGeom>
            <a:noFill/>
            <a:ln>
              <a:noFill/>
            </a:ln>
          </p:spPr>
        </p:pic>
        <p:grpSp>
          <p:nvGrpSpPr>
            <p:cNvPr id="1500" name="Google Shape;1500;p38">
              <a:extLst>
                <a:ext uri="{FF2B5EF4-FFF2-40B4-BE49-F238E27FC236}">
                  <a16:creationId xmlns:a16="http://schemas.microsoft.com/office/drawing/2014/main" id="{547C9045-720B-C072-7339-59A26B0A6F78}"/>
                </a:ext>
              </a:extLst>
            </p:cNvPr>
            <p:cNvGrpSpPr/>
            <p:nvPr/>
          </p:nvGrpSpPr>
          <p:grpSpPr>
            <a:xfrm rot="5400000">
              <a:off x="7873341" y="4254316"/>
              <a:ext cx="708100" cy="708500"/>
              <a:chOff x="3678700" y="407275"/>
              <a:chExt cx="708100" cy="708500"/>
            </a:xfrm>
          </p:grpSpPr>
          <p:sp>
            <p:nvSpPr>
              <p:cNvPr id="1501" name="Google Shape;1501;p38">
                <a:extLst>
                  <a:ext uri="{FF2B5EF4-FFF2-40B4-BE49-F238E27FC236}">
                    <a16:creationId xmlns:a16="http://schemas.microsoft.com/office/drawing/2014/main" id="{4C8E4636-FFA0-A253-2935-2480205C98F7}"/>
                  </a:ext>
                </a:extLst>
              </p:cNvPr>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2" name="Google Shape;1502;p38">
                <a:extLst>
                  <a:ext uri="{FF2B5EF4-FFF2-40B4-BE49-F238E27FC236}">
                    <a16:creationId xmlns:a16="http://schemas.microsoft.com/office/drawing/2014/main" id="{D20A6675-9A83-325E-8A49-1DD92619D5D1}"/>
                  </a:ext>
                </a:extLst>
              </p:cNvPr>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3" name="Google Shape;1503;p38">
                <a:extLst>
                  <a:ext uri="{FF2B5EF4-FFF2-40B4-BE49-F238E27FC236}">
                    <a16:creationId xmlns:a16="http://schemas.microsoft.com/office/drawing/2014/main" id="{D0BB28D6-D398-2050-5B9E-8163359E9F05}"/>
                  </a:ext>
                </a:extLst>
              </p:cNvPr>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1504;p38">
                <a:extLst>
                  <a:ext uri="{FF2B5EF4-FFF2-40B4-BE49-F238E27FC236}">
                    <a16:creationId xmlns:a16="http://schemas.microsoft.com/office/drawing/2014/main" id="{4ACD82A9-43FF-D4F1-C816-326C91AE36C2}"/>
                  </a:ext>
                </a:extLst>
              </p:cNvPr>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1505;p38">
                <a:extLst>
                  <a:ext uri="{FF2B5EF4-FFF2-40B4-BE49-F238E27FC236}">
                    <a16:creationId xmlns:a16="http://schemas.microsoft.com/office/drawing/2014/main" id="{CFC57322-B28F-E58D-BF36-C8D5E7D96E84}"/>
                  </a:ext>
                </a:extLst>
              </p:cNvPr>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6" name="Google Shape;1506;p38">
                <a:extLst>
                  <a:ext uri="{FF2B5EF4-FFF2-40B4-BE49-F238E27FC236}">
                    <a16:creationId xmlns:a16="http://schemas.microsoft.com/office/drawing/2014/main" id="{B041F889-9B63-C07B-339B-6A7FE2EC13A6}"/>
                  </a:ext>
                </a:extLst>
              </p:cNvPr>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7" name="Google Shape;1507;p38">
                <a:extLst>
                  <a:ext uri="{FF2B5EF4-FFF2-40B4-BE49-F238E27FC236}">
                    <a16:creationId xmlns:a16="http://schemas.microsoft.com/office/drawing/2014/main" id="{6E75BC7C-881E-EA26-6489-EA43D0A03F81}"/>
                  </a:ext>
                </a:extLst>
              </p:cNvPr>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08" name="Google Shape;1508;p38">
              <a:extLst>
                <a:ext uri="{FF2B5EF4-FFF2-40B4-BE49-F238E27FC236}">
                  <a16:creationId xmlns:a16="http://schemas.microsoft.com/office/drawing/2014/main" id="{3BE8310F-CC36-A49F-0411-4210F2D0FBD1}"/>
                </a:ext>
              </a:extLst>
            </p:cNvPr>
            <p:cNvGrpSpPr/>
            <p:nvPr/>
          </p:nvGrpSpPr>
          <p:grpSpPr>
            <a:xfrm rot="5400000">
              <a:off x="8639847" y="3354200"/>
              <a:ext cx="457787" cy="458045"/>
              <a:chOff x="3678700" y="407275"/>
              <a:chExt cx="708100" cy="708500"/>
            </a:xfrm>
          </p:grpSpPr>
          <p:sp>
            <p:nvSpPr>
              <p:cNvPr id="1509" name="Google Shape;1509;p38">
                <a:extLst>
                  <a:ext uri="{FF2B5EF4-FFF2-40B4-BE49-F238E27FC236}">
                    <a16:creationId xmlns:a16="http://schemas.microsoft.com/office/drawing/2014/main" id="{A49920E8-26A0-24B9-ECC7-7456CB0B2C2A}"/>
                  </a:ext>
                </a:extLst>
              </p:cNvPr>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0" name="Google Shape;1510;p38">
                <a:extLst>
                  <a:ext uri="{FF2B5EF4-FFF2-40B4-BE49-F238E27FC236}">
                    <a16:creationId xmlns:a16="http://schemas.microsoft.com/office/drawing/2014/main" id="{0A30A5FE-B7AC-5B2A-2760-812AF755FEFE}"/>
                  </a:ext>
                </a:extLst>
              </p:cNvPr>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1" name="Google Shape;1511;p38">
                <a:extLst>
                  <a:ext uri="{FF2B5EF4-FFF2-40B4-BE49-F238E27FC236}">
                    <a16:creationId xmlns:a16="http://schemas.microsoft.com/office/drawing/2014/main" id="{4ACB4155-863D-E6E7-F1C9-7F9A816ACD67}"/>
                  </a:ext>
                </a:extLst>
              </p:cNvPr>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2" name="Google Shape;1512;p38">
                <a:extLst>
                  <a:ext uri="{FF2B5EF4-FFF2-40B4-BE49-F238E27FC236}">
                    <a16:creationId xmlns:a16="http://schemas.microsoft.com/office/drawing/2014/main" id="{1BA6ECA7-255C-42E4-DD28-2F4AC90ACDA2}"/>
                  </a:ext>
                </a:extLst>
              </p:cNvPr>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3" name="Google Shape;1513;p38">
                <a:extLst>
                  <a:ext uri="{FF2B5EF4-FFF2-40B4-BE49-F238E27FC236}">
                    <a16:creationId xmlns:a16="http://schemas.microsoft.com/office/drawing/2014/main" id="{EBB86551-B238-8DE2-0CD9-897EFDFB8621}"/>
                  </a:ext>
                </a:extLst>
              </p:cNvPr>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4" name="Google Shape;1514;p38">
                <a:extLst>
                  <a:ext uri="{FF2B5EF4-FFF2-40B4-BE49-F238E27FC236}">
                    <a16:creationId xmlns:a16="http://schemas.microsoft.com/office/drawing/2014/main" id="{E473AA96-D387-8D23-471E-F4AC5E1D7EB5}"/>
                  </a:ext>
                </a:extLst>
              </p:cNvPr>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5" name="Google Shape;1515;p38">
                <a:extLst>
                  <a:ext uri="{FF2B5EF4-FFF2-40B4-BE49-F238E27FC236}">
                    <a16:creationId xmlns:a16="http://schemas.microsoft.com/office/drawing/2014/main" id="{C3EF142A-2C5F-BAED-F44C-6F178E632584}"/>
                  </a:ext>
                </a:extLst>
              </p:cNvPr>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16" name="Google Shape;1516;p38">
              <a:extLst>
                <a:ext uri="{FF2B5EF4-FFF2-40B4-BE49-F238E27FC236}">
                  <a16:creationId xmlns:a16="http://schemas.microsoft.com/office/drawing/2014/main" id="{8B9E64DC-5616-B361-7606-F53F92F7DD3B}"/>
                </a:ext>
              </a:extLst>
            </p:cNvPr>
            <p:cNvGrpSpPr/>
            <p:nvPr/>
          </p:nvGrpSpPr>
          <p:grpSpPr>
            <a:xfrm>
              <a:off x="7787267" y="539497"/>
              <a:ext cx="208184" cy="208184"/>
              <a:chOff x="8356813" y="1074288"/>
              <a:chExt cx="351900" cy="351900"/>
            </a:xfrm>
          </p:grpSpPr>
          <p:sp>
            <p:nvSpPr>
              <p:cNvPr id="1517" name="Google Shape;1517;p38">
                <a:extLst>
                  <a:ext uri="{FF2B5EF4-FFF2-40B4-BE49-F238E27FC236}">
                    <a16:creationId xmlns:a16="http://schemas.microsoft.com/office/drawing/2014/main" id="{0983A013-8FE8-ADFD-48E3-2DE979AA6004}"/>
                  </a:ext>
                </a:extLst>
              </p:cNvPr>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8" name="Google Shape;1518;p38">
                <a:extLst>
                  <a:ext uri="{FF2B5EF4-FFF2-40B4-BE49-F238E27FC236}">
                    <a16:creationId xmlns:a16="http://schemas.microsoft.com/office/drawing/2014/main" id="{2724626D-1F8A-03FD-E85E-944A6E5B7DDB}"/>
                  </a:ext>
                </a:extLst>
              </p:cNvPr>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19" name="Google Shape;1519;p38">
              <a:extLst>
                <a:ext uri="{FF2B5EF4-FFF2-40B4-BE49-F238E27FC236}">
                  <a16:creationId xmlns:a16="http://schemas.microsoft.com/office/drawing/2014/main" id="{AD097A03-9939-43B7-EDB7-86C67945BD8A}"/>
                </a:ext>
              </a:extLst>
            </p:cNvPr>
            <p:cNvGrpSpPr/>
            <p:nvPr/>
          </p:nvGrpSpPr>
          <p:grpSpPr>
            <a:xfrm>
              <a:off x="7194842" y="2467660"/>
              <a:ext cx="208184" cy="208184"/>
              <a:chOff x="8356813" y="1074288"/>
              <a:chExt cx="351900" cy="351900"/>
            </a:xfrm>
          </p:grpSpPr>
          <p:sp>
            <p:nvSpPr>
              <p:cNvPr id="1520" name="Google Shape;1520;p38">
                <a:extLst>
                  <a:ext uri="{FF2B5EF4-FFF2-40B4-BE49-F238E27FC236}">
                    <a16:creationId xmlns:a16="http://schemas.microsoft.com/office/drawing/2014/main" id="{01B9B6E3-F4BB-5678-3D0B-66FDF0F9CDE3}"/>
                  </a:ext>
                </a:extLst>
              </p:cNvPr>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1" name="Google Shape;1521;p38">
                <a:extLst>
                  <a:ext uri="{FF2B5EF4-FFF2-40B4-BE49-F238E27FC236}">
                    <a16:creationId xmlns:a16="http://schemas.microsoft.com/office/drawing/2014/main" id="{74137218-EC90-EE92-1EB5-2BC2AE6E64C5}"/>
                  </a:ext>
                </a:extLst>
              </p:cNvPr>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22" name="Google Shape;1522;p38">
              <a:extLst>
                <a:ext uri="{FF2B5EF4-FFF2-40B4-BE49-F238E27FC236}">
                  <a16:creationId xmlns:a16="http://schemas.microsoft.com/office/drawing/2014/main" id="{7AD91ED6-1106-CB02-1579-B3F7F6332DFB}"/>
                </a:ext>
              </a:extLst>
            </p:cNvPr>
            <p:cNvSpPr/>
            <p:nvPr/>
          </p:nvSpPr>
          <p:spPr>
            <a:xfrm>
              <a:off x="7095150" y="4164050"/>
              <a:ext cx="147900" cy="147900"/>
            </a:xfrm>
            <a:prstGeom prst="ellipse">
              <a:avLst/>
            </a:pr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23" name="Google Shape;1523;p38">
            <a:extLst>
              <a:ext uri="{FF2B5EF4-FFF2-40B4-BE49-F238E27FC236}">
                <a16:creationId xmlns:a16="http://schemas.microsoft.com/office/drawing/2014/main" id="{2FDB9ADF-1E16-42C1-445F-BF48CB83485F}"/>
              </a:ext>
            </a:extLst>
          </p:cNvPr>
          <p:cNvGrpSpPr/>
          <p:nvPr/>
        </p:nvGrpSpPr>
        <p:grpSpPr>
          <a:xfrm>
            <a:off x="796100" y="3019701"/>
            <a:ext cx="4558967" cy="134100"/>
            <a:chOff x="796100" y="3019701"/>
            <a:chExt cx="4558967" cy="134100"/>
          </a:xfrm>
        </p:grpSpPr>
        <p:sp>
          <p:nvSpPr>
            <p:cNvPr id="1524" name="Google Shape;1524;p38">
              <a:extLst>
                <a:ext uri="{FF2B5EF4-FFF2-40B4-BE49-F238E27FC236}">
                  <a16:creationId xmlns:a16="http://schemas.microsoft.com/office/drawing/2014/main" id="{9BCF7893-0A76-9445-799B-9F06C4E9AE52}"/>
                </a:ext>
              </a:extLst>
            </p:cNvPr>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525" name="Google Shape;1525;p38">
              <a:extLst>
                <a:ext uri="{FF2B5EF4-FFF2-40B4-BE49-F238E27FC236}">
                  <a16:creationId xmlns:a16="http://schemas.microsoft.com/office/drawing/2014/main" id="{AB68007E-D404-7D63-ADE1-5193E83E4FC8}"/>
                </a:ext>
              </a:extLst>
            </p:cNvPr>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526" name="Google Shape;1526;p38">
              <a:extLst>
                <a:ext uri="{FF2B5EF4-FFF2-40B4-BE49-F238E27FC236}">
                  <a16:creationId xmlns:a16="http://schemas.microsoft.com/office/drawing/2014/main" id="{0D55C8F4-73D0-BEF2-ECE7-07F74BA6836A}"/>
                </a:ext>
              </a:extLst>
            </p:cNvPr>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 name="TextBox 8">
            <a:extLst>
              <a:ext uri="{FF2B5EF4-FFF2-40B4-BE49-F238E27FC236}">
                <a16:creationId xmlns:a16="http://schemas.microsoft.com/office/drawing/2014/main" id="{135B189E-260B-9805-36E3-FADF8ABA4B42}"/>
              </a:ext>
            </a:extLst>
          </p:cNvPr>
          <p:cNvSpPr txBox="1"/>
          <p:nvPr/>
        </p:nvSpPr>
        <p:spPr>
          <a:xfrm>
            <a:off x="133683" y="2135836"/>
            <a:ext cx="5562600" cy="954107"/>
          </a:xfrm>
          <a:prstGeom prst="rect">
            <a:avLst/>
          </a:prstGeom>
          <a:noFill/>
        </p:spPr>
        <p:txBody>
          <a:bodyPr wrap="square">
            <a:spAutoFit/>
          </a:bodyPr>
          <a:lstStyle/>
          <a:p>
            <a:pPr algn="ctr" rtl="0" fontAlgn="base"/>
            <a:r>
              <a:rPr lang="en-US" sz="2800" b="1" dirty="0">
                <a:solidFill>
                  <a:schemeClr val="dk2"/>
                </a:solidFill>
                <a:latin typeface="IBM Plex Mono"/>
                <a:sym typeface="IBM Plex Mono"/>
              </a:rPr>
              <a:t>Project Implementation with output screenshots </a:t>
            </a:r>
            <a:endParaRPr lang="en-US" b="1" i="0" dirty="0">
              <a:solidFill>
                <a:schemeClr val="tx1">
                  <a:lumMod val="90000"/>
                  <a:lumOff val="10000"/>
                </a:schemeClr>
              </a:solidFill>
              <a:effectLst/>
              <a:latin typeface="Segoe UI" panose="020B0502040204020203" pitchFamily="34" charset="0"/>
            </a:endParaRPr>
          </a:p>
        </p:txBody>
      </p:sp>
    </p:spTree>
    <p:extLst>
      <p:ext uri="{BB962C8B-B14F-4D97-AF65-F5344CB8AC3E}">
        <p14:creationId xmlns:p14="http://schemas.microsoft.com/office/powerpoint/2010/main" val="11891779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30">
          <a:extLst>
            <a:ext uri="{FF2B5EF4-FFF2-40B4-BE49-F238E27FC236}">
              <a16:creationId xmlns:a16="http://schemas.microsoft.com/office/drawing/2014/main" id="{AD9F3FB4-0999-B16C-B4AC-B65DB2B7D85A}"/>
            </a:ext>
          </a:extLst>
        </p:cNvPr>
        <p:cNvGrpSpPr/>
        <p:nvPr/>
      </p:nvGrpSpPr>
      <p:grpSpPr>
        <a:xfrm>
          <a:off x="0" y="0"/>
          <a:ext cx="0" cy="0"/>
          <a:chOff x="0" y="0"/>
          <a:chExt cx="0" cy="0"/>
        </a:xfrm>
      </p:grpSpPr>
      <p:sp>
        <p:nvSpPr>
          <p:cNvPr id="1531" name="Google Shape;1531;p39">
            <a:extLst>
              <a:ext uri="{FF2B5EF4-FFF2-40B4-BE49-F238E27FC236}">
                <a16:creationId xmlns:a16="http://schemas.microsoft.com/office/drawing/2014/main" id="{93A6E7FF-7E7D-55CE-CB74-DD34845BBC54}"/>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algn="ctr" rtl="0" fontAlgn="base"/>
            <a:r>
              <a:rPr lang="en-US" sz="2400" b="1" dirty="0">
                <a:solidFill>
                  <a:schemeClr val="dk2"/>
                </a:solidFill>
                <a:latin typeface="IBM Plex Mono"/>
                <a:sym typeface="IBM Plex Mono"/>
              </a:rPr>
              <a:t>Project Implementation with output screenshots </a:t>
            </a:r>
            <a:br>
              <a:rPr lang="en-US" sz="2400" b="1" dirty="0">
                <a:solidFill>
                  <a:schemeClr val="dk2"/>
                </a:solidFill>
                <a:latin typeface="IBM Plex Mono"/>
                <a:sym typeface="IBM Plex Mono"/>
              </a:rPr>
            </a:br>
            <a:br>
              <a:rPr lang="en-US" sz="2400" b="1" dirty="0">
                <a:solidFill>
                  <a:schemeClr val="dk2"/>
                </a:solidFill>
                <a:latin typeface="IBM Plex Mono"/>
                <a:sym typeface="IBM Plex Mono"/>
              </a:rPr>
            </a:br>
            <a:endParaRPr lang="en-US" sz="2400" b="1" i="0" dirty="0">
              <a:solidFill>
                <a:schemeClr val="tx1">
                  <a:lumMod val="90000"/>
                  <a:lumOff val="10000"/>
                </a:schemeClr>
              </a:solidFill>
              <a:effectLst/>
              <a:latin typeface="Segoe UI" panose="020B0502040204020203" pitchFamily="34" charset="0"/>
            </a:endParaRPr>
          </a:p>
        </p:txBody>
      </p:sp>
      <p:grpSp>
        <p:nvGrpSpPr>
          <p:cNvPr id="1534" name="Google Shape;1534;p39">
            <a:extLst>
              <a:ext uri="{FF2B5EF4-FFF2-40B4-BE49-F238E27FC236}">
                <a16:creationId xmlns:a16="http://schemas.microsoft.com/office/drawing/2014/main" id="{52BA068F-17A6-80CA-DB0B-FAB408CC3F0E}"/>
              </a:ext>
            </a:extLst>
          </p:cNvPr>
          <p:cNvGrpSpPr/>
          <p:nvPr/>
        </p:nvGrpSpPr>
        <p:grpSpPr>
          <a:xfrm>
            <a:off x="-123925" y="4132283"/>
            <a:ext cx="4558967" cy="1141122"/>
            <a:chOff x="-123925" y="4132283"/>
            <a:chExt cx="4558967" cy="1141122"/>
          </a:xfrm>
        </p:grpSpPr>
        <p:grpSp>
          <p:nvGrpSpPr>
            <p:cNvPr id="1535" name="Google Shape;1535;p39">
              <a:extLst>
                <a:ext uri="{FF2B5EF4-FFF2-40B4-BE49-F238E27FC236}">
                  <a16:creationId xmlns:a16="http://schemas.microsoft.com/office/drawing/2014/main" id="{BC53527C-60F5-F179-79E5-794C31572069}"/>
                </a:ext>
              </a:extLst>
            </p:cNvPr>
            <p:cNvGrpSpPr/>
            <p:nvPr/>
          </p:nvGrpSpPr>
          <p:grpSpPr>
            <a:xfrm>
              <a:off x="-2" y="4132283"/>
              <a:ext cx="2308406" cy="1141122"/>
              <a:chOff x="-2" y="4132283"/>
              <a:chExt cx="2308406" cy="1141122"/>
            </a:xfrm>
          </p:grpSpPr>
          <p:sp>
            <p:nvSpPr>
              <p:cNvPr id="1536" name="Google Shape;1536;p39">
                <a:extLst>
                  <a:ext uri="{FF2B5EF4-FFF2-40B4-BE49-F238E27FC236}">
                    <a16:creationId xmlns:a16="http://schemas.microsoft.com/office/drawing/2014/main" id="{C368375E-C157-779D-8980-15CE1FF80610}"/>
                  </a:ext>
                </a:extLst>
              </p:cNvPr>
              <p:cNvSpPr/>
              <p:nvPr/>
            </p:nvSpPr>
            <p:spPr>
              <a:xfrm rot="5400000">
                <a:off x="663005" y="3628622"/>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1537;p39">
                <a:extLst>
                  <a:ext uri="{FF2B5EF4-FFF2-40B4-BE49-F238E27FC236}">
                    <a16:creationId xmlns:a16="http://schemas.microsoft.com/office/drawing/2014/main" id="{C033E802-34E1-BDF4-5676-3C853BDD913A}"/>
                  </a:ext>
                </a:extLst>
              </p:cNvPr>
              <p:cNvSpPr/>
              <p:nvPr/>
            </p:nvSpPr>
            <p:spPr>
              <a:xfrm rot="5400000">
                <a:off x="663620" y="3469276"/>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8" name="Google Shape;1538;p39">
              <a:extLst>
                <a:ext uri="{FF2B5EF4-FFF2-40B4-BE49-F238E27FC236}">
                  <a16:creationId xmlns:a16="http://schemas.microsoft.com/office/drawing/2014/main" id="{65CF6011-AEE5-CBD8-F509-76F3BBC95277}"/>
                </a:ext>
              </a:extLst>
            </p:cNvPr>
            <p:cNvGrpSpPr/>
            <p:nvPr/>
          </p:nvGrpSpPr>
          <p:grpSpPr>
            <a:xfrm>
              <a:off x="-123925" y="4386226"/>
              <a:ext cx="4558967" cy="134100"/>
              <a:chOff x="796100" y="3019701"/>
              <a:chExt cx="4558967" cy="134100"/>
            </a:xfrm>
          </p:grpSpPr>
          <p:sp>
            <p:nvSpPr>
              <p:cNvPr id="1539" name="Google Shape;1539;p39">
                <a:extLst>
                  <a:ext uri="{FF2B5EF4-FFF2-40B4-BE49-F238E27FC236}">
                    <a16:creationId xmlns:a16="http://schemas.microsoft.com/office/drawing/2014/main" id="{A14E57E1-3CE5-43DF-493E-8CDB5224DE68}"/>
                  </a:ext>
                </a:extLst>
              </p:cNvPr>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540" name="Google Shape;1540;p39">
                <a:extLst>
                  <a:ext uri="{FF2B5EF4-FFF2-40B4-BE49-F238E27FC236}">
                    <a16:creationId xmlns:a16="http://schemas.microsoft.com/office/drawing/2014/main" id="{0712EDEE-952C-F895-14C2-0B41AA6C4F9E}"/>
                  </a:ext>
                </a:extLst>
              </p:cNvPr>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541" name="Google Shape;1541;p39">
                <a:extLst>
                  <a:ext uri="{FF2B5EF4-FFF2-40B4-BE49-F238E27FC236}">
                    <a16:creationId xmlns:a16="http://schemas.microsoft.com/office/drawing/2014/main" id="{5571D5CE-00F2-EF66-224D-F170BE5028D4}"/>
                  </a:ext>
                </a:extLst>
              </p:cNvPr>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8" name="TextBox 7">
            <a:extLst>
              <a:ext uri="{FF2B5EF4-FFF2-40B4-BE49-F238E27FC236}">
                <a16:creationId xmlns:a16="http://schemas.microsoft.com/office/drawing/2014/main" id="{27FF3068-3BB0-4A59-6A00-34DC63B8E28C}"/>
              </a:ext>
            </a:extLst>
          </p:cNvPr>
          <p:cNvSpPr txBox="1"/>
          <p:nvPr/>
        </p:nvSpPr>
        <p:spPr>
          <a:xfrm>
            <a:off x="1153893" y="1268189"/>
            <a:ext cx="5901267" cy="2957541"/>
          </a:xfrm>
          <a:prstGeom prst="rect">
            <a:avLst/>
          </a:prstGeom>
          <a:noFill/>
        </p:spPr>
        <p:txBody>
          <a:bodyPr wrap="square">
            <a:spAutoFit/>
          </a:bodyPr>
          <a:lstStyle/>
          <a:p>
            <a:pPr>
              <a:lnSpc>
                <a:spcPct val="115000"/>
              </a:lnSpc>
              <a:spcAft>
                <a:spcPts val="1000"/>
              </a:spcAft>
            </a:pPr>
            <a:r>
              <a:rPr lang="en-US" sz="1400" dirty="0">
                <a:effectLst/>
                <a:latin typeface="Calibri" panose="020F0502020204030204" pitchFamily="34" charset="0"/>
                <a:ea typeface="Calibri" panose="020F0502020204030204" pitchFamily="34" charset="0"/>
                <a:cs typeface="Arial" panose="020B0604020202020204" pitchFamily="34" charset="0"/>
              </a:rPr>
              <a:t>[ORG 0x2000]</a:t>
            </a:r>
          </a:p>
          <a:p>
            <a:pPr>
              <a:lnSpc>
                <a:spcPct val="115000"/>
              </a:lnSpc>
              <a:spcAft>
                <a:spcPts val="1000"/>
              </a:spcAft>
            </a:pPr>
            <a:r>
              <a:rPr lang="en-US" sz="1400" dirty="0">
                <a:effectLst/>
                <a:latin typeface="Calibri" panose="020F0502020204030204" pitchFamily="34" charset="0"/>
                <a:ea typeface="Calibri" panose="020F0502020204030204" pitchFamily="34" charset="0"/>
                <a:cs typeface="Arial" panose="020B0604020202020204" pitchFamily="34" charset="0"/>
              </a:rPr>
              <a:t>            </a:t>
            </a:r>
            <a:r>
              <a:rPr lang="en-US" sz="1400" dirty="0" err="1">
                <a:effectLst/>
                <a:latin typeface="Calibri" panose="020F0502020204030204" pitchFamily="34" charset="0"/>
                <a:ea typeface="Calibri" panose="020F0502020204030204" pitchFamily="34" charset="0"/>
                <a:cs typeface="Arial" panose="020B0604020202020204" pitchFamily="34" charset="0"/>
              </a:rPr>
              <a:t>jmp</a:t>
            </a:r>
            <a:r>
              <a:rPr lang="en-US" sz="1400" dirty="0">
                <a:effectLst/>
                <a:latin typeface="Calibri" panose="020F0502020204030204" pitchFamily="34" charset="0"/>
                <a:ea typeface="Calibri" panose="020F0502020204030204" pitchFamily="34" charset="0"/>
                <a:cs typeface="Arial" panose="020B0604020202020204" pitchFamily="34" charset="0"/>
              </a:rPr>
              <a:t>	start</a:t>
            </a:r>
          </a:p>
          <a:p>
            <a:pPr>
              <a:lnSpc>
                <a:spcPct val="115000"/>
              </a:lnSpc>
              <a:spcAft>
                <a:spcPts val="1000"/>
              </a:spcAft>
            </a:pPr>
            <a:r>
              <a:rPr lang="en-US" sz="1400" dirty="0">
                <a:effectLst/>
                <a:latin typeface="Calibri" panose="020F0502020204030204" pitchFamily="34" charset="0"/>
                <a:ea typeface="Calibri" panose="020F0502020204030204" pitchFamily="34" charset="0"/>
                <a:cs typeface="Arial" panose="020B0604020202020204" pitchFamily="34" charset="0"/>
              </a:rPr>
              <a:t>num1:      </a:t>
            </a:r>
            <a:r>
              <a:rPr lang="en-US" sz="1400" dirty="0" err="1">
                <a:effectLst/>
                <a:latin typeface="Calibri" panose="020F0502020204030204" pitchFamily="34" charset="0"/>
                <a:ea typeface="Calibri" panose="020F0502020204030204" pitchFamily="34" charset="0"/>
                <a:cs typeface="Arial" panose="020B0604020202020204" pitchFamily="34" charset="0"/>
              </a:rPr>
              <a:t>dw</a:t>
            </a:r>
            <a:r>
              <a:rPr lang="en-US" sz="1400" dirty="0">
                <a:effectLst/>
                <a:latin typeface="Calibri" panose="020F0502020204030204" pitchFamily="34" charset="0"/>
                <a:ea typeface="Calibri" panose="020F0502020204030204" pitchFamily="34" charset="0"/>
                <a:cs typeface="Arial" panose="020B0604020202020204" pitchFamily="34" charset="0"/>
              </a:rPr>
              <a:t>    16,17,18,19,20,21,22,23,24,25,26,27,28,29,30,31,32</a:t>
            </a:r>
          </a:p>
          <a:p>
            <a:pPr>
              <a:lnSpc>
                <a:spcPct val="115000"/>
              </a:lnSpc>
              <a:spcAft>
                <a:spcPts val="1000"/>
              </a:spcAft>
            </a:pPr>
            <a:r>
              <a:rPr lang="en-US" sz="1400" dirty="0">
                <a:effectLst/>
                <a:latin typeface="Calibri" panose="020F0502020204030204" pitchFamily="34" charset="0"/>
                <a:ea typeface="Calibri" panose="020F0502020204030204" pitchFamily="34" charset="0"/>
                <a:cs typeface="Arial" panose="020B0604020202020204" pitchFamily="34" charset="0"/>
              </a:rPr>
              <a:t>even:      </a:t>
            </a:r>
            <a:r>
              <a:rPr lang="en-US" sz="1400" dirty="0" err="1">
                <a:effectLst/>
                <a:latin typeface="Calibri" panose="020F0502020204030204" pitchFamily="34" charset="0"/>
                <a:ea typeface="Calibri" panose="020F0502020204030204" pitchFamily="34" charset="0"/>
                <a:cs typeface="Arial" panose="020B0604020202020204" pitchFamily="34" charset="0"/>
              </a:rPr>
              <a:t>dw</a:t>
            </a:r>
            <a:r>
              <a:rPr lang="en-US" sz="1400" dirty="0">
                <a:effectLst/>
                <a:latin typeface="Calibri" panose="020F0502020204030204" pitchFamily="34" charset="0"/>
                <a:ea typeface="Calibri" panose="020F0502020204030204" pitchFamily="34" charset="0"/>
                <a:cs typeface="Arial" panose="020B0604020202020204" pitchFamily="34" charset="0"/>
              </a:rPr>
              <a:t>    0, 0, 0, 0, 0, 0, 0, 0, 0</a:t>
            </a:r>
          </a:p>
          <a:p>
            <a:pPr>
              <a:lnSpc>
                <a:spcPct val="115000"/>
              </a:lnSpc>
              <a:spcAft>
                <a:spcPts val="1000"/>
              </a:spcAft>
            </a:pPr>
            <a:r>
              <a:rPr lang="en-US" sz="1400" dirty="0" err="1">
                <a:effectLst/>
                <a:latin typeface="Calibri" panose="020F0502020204030204" pitchFamily="34" charset="0"/>
                <a:ea typeface="Calibri" panose="020F0502020204030204" pitchFamily="34" charset="0"/>
                <a:cs typeface="Arial" panose="020B0604020202020204" pitchFamily="34" charset="0"/>
              </a:rPr>
              <a:t>sumEven</a:t>
            </a:r>
            <a:r>
              <a:rPr lang="en-US" sz="1400" dirty="0">
                <a:effectLst/>
                <a:latin typeface="Calibri" panose="020F0502020204030204" pitchFamily="34" charset="0"/>
                <a:ea typeface="Calibri" panose="020F0502020204030204" pitchFamily="34" charset="0"/>
                <a:cs typeface="Arial" panose="020B0604020202020204" pitchFamily="34" charset="0"/>
              </a:rPr>
              <a:t>:   </a:t>
            </a:r>
            <a:r>
              <a:rPr lang="en-US" sz="1400" dirty="0" err="1">
                <a:effectLst/>
                <a:latin typeface="Calibri" panose="020F0502020204030204" pitchFamily="34" charset="0"/>
                <a:ea typeface="Calibri" panose="020F0502020204030204" pitchFamily="34" charset="0"/>
                <a:cs typeface="Arial" panose="020B0604020202020204" pitchFamily="34" charset="0"/>
              </a:rPr>
              <a:t>dw</a:t>
            </a:r>
            <a:r>
              <a:rPr lang="en-US" sz="1400" dirty="0">
                <a:effectLst/>
                <a:latin typeface="Calibri" panose="020F0502020204030204" pitchFamily="34" charset="0"/>
                <a:ea typeface="Calibri" panose="020F0502020204030204" pitchFamily="34" charset="0"/>
                <a:cs typeface="Arial" panose="020B0604020202020204" pitchFamily="34" charset="0"/>
              </a:rPr>
              <a:t>    0</a:t>
            </a:r>
          </a:p>
          <a:p>
            <a:pPr>
              <a:lnSpc>
                <a:spcPct val="115000"/>
              </a:lnSpc>
              <a:spcAft>
                <a:spcPts val="1000"/>
              </a:spcAft>
            </a:pPr>
            <a:r>
              <a:rPr lang="en-US" sz="1400" dirty="0">
                <a:effectLst/>
                <a:latin typeface="Calibri" panose="020F0502020204030204" pitchFamily="34" charset="0"/>
                <a:ea typeface="Calibri" panose="020F0502020204030204" pitchFamily="34" charset="0"/>
                <a:cs typeface="Arial" panose="020B0604020202020204" pitchFamily="34" charset="0"/>
              </a:rPr>
              <a:t>avg:       </a:t>
            </a:r>
            <a:r>
              <a:rPr lang="en-US" sz="1400" dirty="0" err="1">
                <a:effectLst/>
                <a:latin typeface="Calibri" panose="020F0502020204030204" pitchFamily="34" charset="0"/>
                <a:ea typeface="Calibri" panose="020F0502020204030204" pitchFamily="34" charset="0"/>
                <a:cs typeface="Arial" panose="020B0604020202020204" pitchFamily="34" charset="0"/>
              </a:rPr>
              <a:t>dw</a:t>
            </a:r>
            <a:r>
              <a:rPr lang="en-US" sz="1400" dirty="0">
                <a:effectLst/>
                <a:latin typeface="Calibri" panose="020F0502020204030204" pitchFamily="34" charset="0"/>
                <a:ea typeface="Calibri" panose="020F0502020204030204" pitchFamily="34" charset="0"/>
                <a:cs typeface="Arial" panose="020B0604020202020204" pitchFamily="34" charset="0"/>
              </a:rPr>
              <a:t>    0</a:t>
            </a:r>
          </a:p>
          <a:p>
            <a:pPr>
              <a:lnSpc>
                <a:spcPct val="115000"/>
              </a:lnSpc>
              <a:spcAft>
                <a:spcPts val="1000"/>
              </a:spcAft>
            </a:pPr>
            <a:r>
              <a:rPr lang="en-US" sz="1400" dirty="0">
                <a:effectLst/>
                <a:latin typeface="Calibri" panose="020F0502020204030204" pitchFamily="34" charset="0"/>
                <a:ea typeface="Calibri" panose="020F0502020204030204" pitchFamily="34" charset="0"/>
                <a:cs typeface="Arial" panose="020B0604020202020204" pitchFamily="34" charset="0"/>
              </a:rPr>
              <a:t>num2:      </a:t>
            </a:r>
            <a:r>
              <a:rPr lang="en-US" sz="1400" dirty="0" err="1">
                <a:effectLst/>
                <a:latin typeface="Calibri" panose="020F0502020204030204" pitchFamily="34" charset="0"/>
                <a:ea typeface="Calibri" panose="020F0502020204030204" pitchFamily="34" charset="0"/>
                <a:cs typeface="Arial" panose="020B0604020202020204" pitchFamily="34" charset="0"/>
              </a:rPr>
              <a:t>dw</a:t>
            </a:r>
            <a:r>
              <a:rPr lang="en-US" sz="1400" dirty="0">
                <a:effectLst/>
                <a:latin typeface="Calibri" panose="020F0502020204030204" pitchFamily="34" charset="0"/>
                <a:ea typeface="Calibri" panose="020F0502020204030204" pitchFamily="34" charset="0"/>
                <a:cs typeface="Arial" panose="020B0604020202020204" pitchFamily="34" charset="0"/>
              </a:rPr>
              <a:t>    0, 1, 2, 3, 4, 5, 6, 7, 8, 9, 10</a:t>
            </a:r>
          </a:p>
          <a:p>
            <a:pPr>
              <a:lnSpc>
                <a:spcPct val="115000"/>
              </a:lnSpc>
              <a:spcAft>
                <a:spcPts val="1000"/>
              </a:spcAft>
            </a:pPr>
            <a:r>
              <a:rPr lang="en-US" sz="1400" dirty="0">
                <a:effectLst/>
                <a:latin typeface="Calibri" panose="020F0502020204030204" pitchFamily="34" charset="0"/>
                <a:ea typeface="Calibri" panose="020F0502020204030204" pitchFamily="34" charset="0"/>
                <a:cs typeface="Arial" panose="020B0604020202020204" pitchFamily="34" charset="0"/>
              </a:rPr>
              <a:t>sort:      </a:t>
            </a:r>
            <a:r>
              <a:rPr lang="en-US" sz="1400" dirty="0" err="1">
                <a:effectLst/>
                <a:latin typeface="Calibri" panose="020F0502020204030204" pitchFamily="34" charset="0"/>
                <a:ea typeface="Calibri" panose="020F0502020204030204" pitchFamily="34" charset="0"/>
                <a:cs typeface="Arial" panose="020B0604020202020204" pitchFamily="34" charset="0"/>
              </a:rPr>
              <a:t>dw</a:t>
            </a:r>
            <a:r>
              <a:rPr lang="en-US" sz="1400" dirty="0">
                <a:effectLst/>
                <a:latin typeface="Calibri" panose="020F0502020204030204" pitchFamily="34" charset="0"/>
                <a:ea typeface="Calibri" panose="020F0502020204030204" pitchFamily="34" charset="0"/>
                <a:cs typeface="Arial" panose="020B0604020202020204" pitchFamily="34" charset="0"/>
              </a:rPr>
              <a:t>    0, 0, 0, 0, 0, 0, 0, 0, 0, 0, 0</a:t>
            </a:r>
          </a:p>
        </p:txBody>
      </p:sp>
    </p:spTree>
    <p:extLst>
      <p:ext uri="{BB962C8B-B14F-4D97-AF65-F5344CB8AC3E}">
        <p14:creationId xmlns:p14="http://schemas.microsoft.com/office/powerpoint/2010/main" val="33049640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30">
          <a:extLst>
            <a:ext uri="{FF2B5EF4-FFF2-40B4-BE49-F238E27FC236}">
              <a16:creationId xmlns:a16="http://schemas.microsoft.com/office/drawing/2014/main" id="{B7E09306-5011-06FB-A812-566AE399BBC1}"/>
            </a:ext>
          </a:extLst>
        </p:cNvPr>
        <p:cNvGrpSpPr/>
        <p:nvPr/>
      </p:nvGrpSpPr>
      <p:grpSpPr>
        <a:xfrm>
          <a:off x="0" y="0"/>
          <a:ext cx="0" cy="0"/>
          <a:chOff x="0" y="0"/>
          <a:chExt cx="0" cy="0"/>
        </a:xfrm>
      </p:grpSpPr>
      <p:sp>
        <p:nvSpPr>
          <p:cNvPr id="1531" name="Google Shape;1531;p39">
            <a:extLst>
              <a:ext uri="{FF2B5EF4-FFF2-40B4-BE49-F238E27FC236}">
                <a16:creationId xmlns:a16="http://schemas.microsoft.com/office/drawing/2014/main" id="{3967C4AA-A365-8C7E-911C-34ADB48EEE55}"/>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algn="ctr" rtl="0" fontAlgn="base"/>
            <a:r>
              <a:rPr lang="en-US" sz="2400" b="1" dirty="0">
                <a:solidFill>
                  <a:schemeClr val="dk2"/>
                </a:solidFill>
                <a:latin typeface="IBM Plex Mono"/>
                <a:sym typeface="IBM Plex Mono"/>
              </a:rPr>
              <a:t>Project Implementation with output screenshots </a:t>
            </a:r>
            <a:br>
              <a:rPr lang="en-US" sz="2400" b="1" dirty="0">
                <a:solidFill>
                  <a:schemeClr val="dk2"/>
                </a:solidFill>
                <a:latin typeface="IBM Plex Mono"/>
                <a:sym typeface="IBM Plex Mono"/>
              </a:rPr>
            </a:br>
            <a:br>
              <a:rPr lang="en-US" sz="2400" b="1" dirty="0">
                <a:solidFill>
                  <a:schemeClr val="dk2"/>
                </a:solidFill>
                <a:latin typeface="IBM Plex Mono"/>
                <a:sym typeface="IBM Plex Mono"/>
              </a:rPr>
            </a:br>
            <a:endParaRPr lang="en-US" sz="2400" b="1" i="0" dirty="0">
              <a:solidFill>
                <a:schemeClr val="tx1">
                  <a:lumMod val="90000"/>
                  <a:lumOff val="10000"/>
                </a:schemeClr>
              </a:solidFill>
              <a:effectLst/>
              <a:latin typeface="Segoe UI" panose="020B0502040204020203" pitchFamily="34" charset="0"/>
            </a:endParaRPr>
          </a:p>
        </p:txBody>
      </p:sp>
      <p:grpSp>
        <p:nvGrpSpPr>
          <p:cNvPr id="1534" name="Google Shape;1534;p39">
            <a:extLst>
              <a:ext uri="{FF2B5EF4-FFF2-40B4-BE49-F238E27FC236}">
                <a16:creationId xmlns:a16="http://schemas.microsoft.com/office/drawing/2014/main" id="{F466522B-423D-5223-51DC-1801F47AF32D}"/>
              </a:ext>
            </a:extLst>
          </p:cNvPr>
          <p:cNvGrpSpPr/>
          <p:nvPr/>
        </p:nvGrpSpPr>
        <p:grpSpPr>
          <a:xfrm>
            <a:off x="-123925" y="4132283"/>
            <a:ext cx="4558967" cy="1141122"/>
            <a:chOff x="-123925" y="4132283"/>
            <a:chExt cx="4558967" cy="1141122"/>
          </a:xfrm>
        </p:grpSpPr>
        <p:grpSp>
          <p:nvGrpSpPr>
            <p:cNvPr id="1535" name="Google Shape;1535;p39">
              <a:extLst>
                <a:ext uri="{FF2B5EF4-FFF2-40B4-BE49-F238E27FC236}">
                  <a16:creationId xmlns:a16="http://schemas.microsoft.com/office/drawing/2014/main" id="{EEA17BC8-2D96-8EEC-23A6-35FC7537DB40}"/>
                </a:ext>
              </a:extLst>
            </p:cNvPr>
            <p:cNvGrpSpPr/>
            <p:nvPr/>
          </p:nvGrpSpPr>
          <p:grpSpPr>
            <a:xfrm>
              <a:off x="-2" y="4132283"/>
              <a:ext cx="2308406" cy="1141122"/>
              <a:chOff x="-2" y="4132283"/>
              <a:chExt cx="2308406" cy="1141122"/>
            </a:xfrm>
          </p:grpSpPr>
          <p:sp>
            <p:nvSpPr>
              <p:cNvPr id="1536" name="Google Shape;1536;p39">
                <a:extLst>
                  <a:ext uri="{FF2B5EF4-FFF2-40B4-BE49-F238E27FC236}">
                    <a16:creationId xmlns:a16="http://schemas.microsoft.com/office/drawing/2014/main" id="{22151309-0C7F-FE5B-0212-3E0C87A06837}"/>
                  </a:ext>
                </a:extLst>
              </p:cNvPr>
              <p:cNvSpPr/>
              <p:nvPr/>
            </p:nvSpPr>
            <p:spPr>
              <a:xfrm rot="5400000">
                <a:off x="663005" y="3628622"/>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1537;p39">
                <a:extLst>
                  <a:ext uri="{FF2B5EF4-FFF2-40B4-BE49-F238E27FC236}">
                    <a16:creationId xmlns:a16="http://schemas.microsoft.com/office/drawing/2014/main" id="{03B87F87-F20F-EEA2-A4C1-611C71B0EC7A}"/>
                  </a:ext>
                </a:extLst>
              </p:cNvPr>
              <p:cNvSpPr/>
              <p:nvPr/>
            </p:nvSpPr>
            <p:spPr>
              <a:xfrm rot="5400000">
                <a:off x="663620" y="3469276"/>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8" name="Google Shape;1538;p39">
              <a:extLst>
                <a:ext uri="{FF2B5EF4-FFF2-40B4-BE49-F238E27FC236}">
                  <a16:creationId xmlns:a16="http://schemas.microsoft.com/office/drawing/2014/main" id="{5C2187F2-C3BB-5840-1D67-842C8B82A045}"/>
                </a:ext>
              </a:extLst>
            </p:cNvPr>
            <p:cNvGrpSpPr/>
            <p:nvPr/>
          </p:nvGrpSpPr>
          <p:grpSpPr>
            <a:xfrm>
              <a:off x="-123925" y="4386226"/>
              <a:ext cx="4558967" cy="134100"/>
              <a:chOff x="796100" y="3019701"/>
              <a:chExt cx="4558967" cy="134100"/>
            </a:xfrm>
          </p:grpSpPr>
          <p:sp>
            <p:nvSpPr>
              <p:cNvPr id="1539" name="Google Shape;1539;p39">
                <a:extLst>
                  <a:ext uri="{FF2B5EF4-FFF2-40B4-BE49-F238E27FC236}">
                    <a16:creationId xmlns:a16="http://schemas.microsoft.com/office/drawing/2014/main" id="{0A3D981F-6A00-55C7-7110-6016154B45FF}"/>
                  </a:ext>
                </a:extLst>
              </p:cNvPr>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540" name="Google Shape;1540;p39">
                <a:extLst>
                  <a:ext uri="{FF2B5EF4-FFF2-40B4-BE49-F238E27FC236}">
                    <a16:creationId xmlns:a16="http://schemas.microsoft.com/office/drawing/2014/main" id="{9E60C36F-48B5-E55F-F8F0-3AC4282ADC17}"/>
                  </a:ext>
                </a:extLst>
              </p:cNvPr>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541" name="Google Shape;1541;p39">
                <a:extLst>
                  <a:ext uri="{FF2B5EF4-FFF2-40B4-BE49-F238E27FC236}">
                    <a16:creationId xmlns:a16="http://schemas.microsoft.com/office/drawing/2014/main" id="{099BC5F9-79F0-CF9F-C617-6320009AE826}"/>
                  </a:ext>
                </a:extLst>
              </p:cNvPr>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 name="TextBox 1">
            <a:extLst>
              <a:ext uri="{FF2B5EF4-FFF2-40B4-BE49-F238E27FC236}">
                <a16:creationId xmlns:a16="http://schemas.microsoft.com/office/drawing/2014/main" id="{B52688B9-7F97-7614-D20E-9C16F7072B7D}"/>
              </a:ext>
            </a:extLst>
          </p:cNvPr>
          <p:cNvSpPr txBox="1"/>
          <p:nvPr/>
        </p:nvSpPr>
        <p:spPr>
          <a:xfrm>
            <a:off x="5217893" y="1495726"/>
            <a:ext cx="2071907" cy="2581541"/>
          </a:xfrm>
          <a:prstGeom prst="rect">
            <a:avLst/>
          </a:prstGeom>
          <a:noFill/>
        </p:spPr>
        <p:txBody>
          <a:bodyPr wrap="square">
            <a:spAutoFit/>
          </a:bodyPr>
          <a:lstStyle/>
          <a:p>
            <a:pPr>
              <a:lnSpc>
                <a:spcPct val="115000"/>
              </a:lnSpc>
              <a:spcAft>
                <a:spcPts val="1000"/>
              </a:spcAft>
            </a:pPr>
            <a:r>
              <a:rPr lang="en-US" sz="1400" dirty="0" err="1">
                <a:effectLst/>
                <a:latin typeface="Calibri" panose="020F0502020204030204" pitchFamily="34" charset="0"/>
                <a:ea typeface="Calibri" panose="020F0502020204030204" pitchFamily="34" charset="0"/>
                <a:cs typeface="Arial" panose="020B0604020202020204" pitchFamily="34" charset="0"/>
              </a:rPr>
              <a:t>loopeven</a:t>
            </a:r>
            <a:r>
              <a:rPr lang="en-US" sz="1400" dirty="0">
                <a:effectLst/>
                <a:latin typeface="Calibri" panose="020F0502020204030204" pitchFamily="34" charset="0"/>
                <a:ea typeface="Calibri" panose="020F0502020204030204" pitchFamily="34" charset="0"/>
                <a:cs typeface="Arial" panose="020B0604020202020204" pitchFamily="34" charset="0"/>
              </a:rPr>
              <a:t>:</a:t>
            </a:r>
          </a:p>
          <a:p>
            <a:pPr>
              <a:lnSpc>
                <a:spcPct val="115000"/>
              </a:lnSpc>
              <a:spcAft>
                <a:spcPts val="1000"/>
              </a:spcAft>
            </a:pPr>
            <a:r>
              <a:rPr lang="en-US" sz="1400" dirty="0">
                <a:effectLst/>
                <a:latin typeface="Calibri" panose="020F0502020204030204" pitchFamily="34" charset="0"/>
                <a:ea typeface="Calibri" panose="020F0502020204030204" pitchFamily="34" charset="0"/>
                <a:cs typeface="Arial" panose="020B0604020202020204" pitchFamily="34" charset="0"/>
              </a:rPr>
              <a:t>   mov ax,[bx]</a:t>
            </a:r>
          </a:p>
          <a:p>
            <a:pPr>
              <a:lnSpc>
                <a:spcPct val="115000"/>
              </a:lnSpc>
              <a:spcAft>
                <a:spcPts val="1000"/>
              </a:spcAft>
            </a:pPr>
            <a:r>
              <a:rPr lang="en-US" sz="1400" dirty="0">
                <a:effectLst/>
                <a:latin typeface="Calibri" panose="020F0502020204030204" pitchFamily="34" charset="0"/>
                <a:ea typeface="Calibri" panose="020F0502020204030204" pitchFamily="34" charset="0"/>
                <a:cs typeface="Arial" panose="020B0604020202020204" pitchFamily="34" charset="0"/>
              </a:rPr>
              <a:t>   and ax,1</a:t>
            </a:r>
          </a:p>
          <a:p>
            <a:pPr>
              <a:lnSpc>
                <a:spcPct val="115000"/>
              </a:lnSpc>
              <a:spcAft>
                <a:spcPts val="1000"/>
              </a:spcAft>
            </a:pPr>
            <a:r>
              <a:rPr lang="en-US" sz="1400" dirty="0">
                <a:effectLst/>
                <a:latin typeface="Calibri" panose="020F0502020204030204" pitchFamily="34" charset="0"/>
                <a:ea typeface="Calibri" panose="020F0502020204030204" pitchFamily="34" charset="0"/>
                <a:cs typeface="Arial" panose="020B0604020202020204" pitchFamily="34" charset="0"/>
              </a:rPr>
              <a:t>   </a:t>
            </a:r>
            <a:r>
              <a:rPr lang="en-US" sz="1400" dirty="0" err="1">
                <a:effectLst/>
                <a:latin typeface="Calibri" panose="020F0502020204030204" pitchFamily="34" charset="0"/>
                <a:ea typeface="Calibri" panose="020F0502020204030204" pitchFamily="34" charset="0"/>
                <a:cs typeface="Arial" panose="020B0604020202020204" pitchFamily="34" charset="0"/>
              </a:rPr>
              <a:t>jnz</a:t>
            </a:r>
            <a:r>
              <a:rPr lang="en-US" sz="1400" dirty="0">
                <a:effectLst/>
                <a:latin typeface="Calibri" panose="020F0502020204030204" pitchFamily="34" charset="0"/>
                <a:ea typeface="Calibri" panose="020F0502020204030204" pitchFamily="34" charset="0"/>
                <a:cs typeface="Arial" panose="020B0604020202020204" pitchFamily="34" charset="0"/>
              </a:rPr>
              <a:t> skip</a:t>
            </a:r>
          </a:p>
          <a:p>
            <a:pPr>
              <a:lnSpc>
                <a:spcPct val="115000"/>
              </a:lnSpc>
              <a:spcAft>
                <a:spcPts val="1000"/>
              </a:spcAft>
            </a:pPr>
            <a:r>
              <a:rPr lang="en-US" sz="1400" dirty="0">
                <a:effectLst/>
                <a:latin typeface="Calibri" panose="020F0502020204030204" pitchFamily="34" charset="0"/>
                <a:ea typeface="Calibri" panose="020F0502020204030204" pitchFamily="34" charset="0"/>
                <a:cs typeface="Arial" panose="020B0604020202020204" pitchFamily="34" charset="0"/>
              </a:rPr>
              <a:t>   mov ax,[bx]</a:t>
            </a:r>
          </a:p>
          <a:p>
            <a:pPr>
              <a:lnSpc>
                <a:spcPct val="115000"/>
              </a:lnSpc>
              <a:spcAft>
                <a:spcPts val="1000"/>
              </a:spcAft>
            </a:pPr>
            <a:r>
              <a:rPr lang="en-US" sz="1400" dirty="0">
                <a:effectLst/>
                <a:latin typeface="Calibri" panose="020F0502020204030204" pitchFamily="34" charset="0"/>
                <a:ea typeface="Calibri" panose="020F0502020204030204" pitchFamily="34" charset="0"/>
                <a:cs typeface="Arial" panose="020B0604020202020204" pitchFamily="34" charset="0"/>
              </a:rPr>
              <a:t>   mov [bp], ax</a:t>
            </a:r>
          </a:p>
          <a:p>
            <a:pPr>
              <a:lnSpc>
                <a:spcPct val="115000"/>
              </a:lnSpc>
              <a:spcAft>
                <a:spcPts val="1000"/>
              </a:spcAft>
            </a:pPr>
            <a:r>
              <a:rPr lang="en-US" sz="1400" dirty="0">
                <a:effectLst/>
                <a:latin typeface="Calibri" panose="020F0502020204030204" pitchFamily="34" charset="0"/>
                <a:ea typeface="Calibri" panose="020F0502020204030204" pitchFamily="34" charset="0"/>
                <a:cs typeface="Arial" panose="020B0604020202020204" pitchFamily="34" charset="0"/>
              </a:rPr>
              <a:t>   add bp, 2</a:t>
            </a:r>
          </a:p>
        </p:txBody>
      </p:sp>
      <p:sp>
        <p:nvSpPr>
          <p:cNvPr id="3" name="TextBox 2">
            <a:extLst>
              <a:ext uri="{FF2B5EF4-FFF2-40B4-BE49-F238E27FC236}">
                <a16:creationId xmlns:a16="http://schemas.microsoft.com/office/drawing/2014/main" id="{F3D1216F-68D9-7DDF-0225-DADF97FD94A4}"/>
              </a:ext>
            </a:extLst>
          </p:cNvPr>
          <p:cNvSpPr txBox="1"/>
          <p:nvPr/>
        </p:nvSpPr>
        <p:spPr>
          <a:xfrm>
            <a:off x="1964268" y="1513795"/>
            <a:ext cx="1574800" cy="1829540"/>
          </a:xfrm>
          <a:prstGeom prst="rect">
            <a:avLst/>
          </a:prstGeom>
          <a:noFill/>
        </p:spPr>
        <p:txBody>
          <a:bodyPr wrap="square">
            <a:spAutoFit/>
          </a:bodyPr>
          <a:lstStyle/>
          <a:p>
            <a:pPr>
              <a:lnSpc>
                <a:spcPct val="115000"/>
              </a:lnSpc>
              <a:spcAft>
                <a:spcPts val="1000"/>
              </a:spcAft>
            </a:pPr>
            <a:r>
              <a:rPr lang="pt-BR" sz="1400" dirty="0" err="1">
                <a:effectLst/>
                <a:latin typeface="Calibri" panose="020F0502020204030204" pitchFamily="34" charset="0"/>
                <a:ea typeface="Calibri" panose="020F0502020204030204" pitchFamily="34" charset="0"/>
                <a:cs typeface="Arial" panose="020B0604020202020204" pitchFamily="34" charset="0"/>
              </a:rPr>
              <a:t>EvenNum</a:t>
            </a:r>
            <a:r>
              <a:rPr lang="pt-BR" sz="1400" dirty="0">
                <a:effectLst/>
                <a:latin typeface="Calibri" panose="020F0502020204030204" pitchFamily="34" charset="0"/>
                <a:ea typeface="Calibri" panose="020F0502020204030204" pitchFamily="34" charset="0"/>
                <a:cs typeface="Arial" panose="020B0604020202020204" pitchFamily="34" charset="0"/>
              </a:rPr>
              <a:t>:</a:t>
            </a:r>
          </a:p>
          <a:p>
            <a:pPr>
              <a:lnSpc>
                <a:spcPct val="115000"/>
              </a:lnSpc>
              <a:spcAft>
                <a:spcPts val="1000"/>
              </a:spcAft>
            </a:pPr>
            <a:r>
              <a:rPr lang="pt-BR" sz="1400" dirty="0">
                <a:effectLst/>
                <a:latin typeface="Calibri" panose="020F0502020204030204" pitchFamily="34" charset="0"/>
                <a:ea typeface="Calibri" panose="020F0502020204030204" pitchFamily="34" charset="0"/>
                <a:cs typeface="Arial" panose="020B0604020202020204" pitchFamily="34" charset="0"/>
              </a:rPr>
              <a:t>   </a:t>
            </a:r>
            <a:r>
              <a:rPr lang="pt-BR" sz="1400" dirty="0" err="1">
                <a:effectLst/>
                <a:latin typeface="Calibri" panose="020F0502020204030204" pitchFamily="34" charset="0"/>
                <a:ea typeface="Calibri" panose="020F0502020204030204" pitchFamily="34" charset="0"/>
                <a:cs typeface="Arial" panose="020B0604020202020204" pitchFamily="34" charset="0"/>
              </a:rPr>
              <a:t>mov</a:t>
            </a:r>
            <a:r>
              <a:rPr lang="pt-BR" sz="1400" dirty="0">
                <a:effectLst/>
                <a:latin typeface="Calibri" panose="020F0502020204030204" pitchFamily="34" charset="0"/>
                <a:ea typeface="Calibri" panose="020F0502020204030204" pitchFamily="34" charset="0"/>
                <a:cs typeface="Arial" panose="020B0604020202020204" pitchFamily="34" charset="0"/>
              </a:rPr>
              <a:t> </a:t>
            </a:r>
            <a:r>
              <a:rPr lang="pt-BR" sz="1400" dirty="0" err="1">
                <a:effectLst/>
                <a:latin typeface="Calibri" panose="020F0502020204030204" pitchFamily="34" charset="0"/>
                <a:ea typeface="Calibri" panose="020F0502020204030204" pitchFamily="34" charset="0"/>
                <a:cs typeface="Arial" panose="020B0604020202020204" pitchFamily="34" charset="0"/>
              </a:rPr>
              <a:t>bx</a:t>
            </a:r>
            <a:r>
              <a:rPr lang="pt-BR" sz="1400" dirty="0">
                <a:effectLst/>
                <a:latin typeface="Calibri" panose="020F0502020204030204" pitchFamily="34" charset="0"/>
                <a:ea typeface="Calibri" panose="020F0502020204030204" pitchFamily="34" charset="0"/>
                <a:cs typeface="Arial" panose="020B0604020202020204" pitchFamily="34" charset="0"/>
              </a:rPr>
              <a:t>, num1</a:t>
            </a:r>
          </a:p>
          <a:p>
            <a:pPr>
              <a:lnSpc>
                <a:spcPct val="115000"/>
              </a:lnSpc>
              <a:spcAft>
                <a:spcPts val="1000"/>
              </a:spcAft>
            </a:pPr>
            <a:r>
              <a:rPr lang="pt-BR" sz="1400" dirty="0">
                <a:effectLst/>
                <a:latin typeface="Calibri" panose="020F0502020204030204" pitchFamily="34" charset="0"/>
                <a:ea typeface="Calibri" panose="020F0502020204030204" pitchFamily="34" charset="0"/>
                <a:cs typeface="Arial" panose="020B0604020202020204" pitchFamily="34" charset="0"/>
              </a:rPr>
              <a:t>   </a:t>
            </a:r>
            <a:r>
              <a:rPr lang="pt-BR" sz="1400" dirty="0" err="1">
                <a:effectLst/>
                <a:latin typeface="Calibri" panose="020F0502020204030204" pitchFamily="34" charset="0"/>
                <a:ea typeface="Calibri" panose="020F0502020204030204" pitchFamily="34" charset="0"/>
                <a:cs typeface="Arial" panose="020B0604020202020204" pitchFamily="34" charset="0"/>
              </a:rPr>
              <a:t>mov</a:t>
            </a:r>
            <a:r>
              <a:rPr lang="pt-BR" sz="1400" dirty="0">
                <a:effectLst/>
                <a:latin typeface="Calibri" panose="020F0502020204030204" pitchFamily="34" charset="0"/>
                <a:ea typeface="Calibri" panose="020F0502020204030204" pitchFamily="34" charset="0"/>
                <a:cs typeface="Arial" panose="020B0604020202020204" pitchFamily="34" charset="0"/>
              </a:rPr>
              <a:t> </a:t>
            </a:r>
            <a:r>
              <a:rPr lang="pt-BR" sz="1400" dirty="0" err="1">
                <a:effectLst/>
                <a:latin typeface="Calibri" panose="020F0502020204030204" pitchFamily="34" charset="0"/>
                <a:ea typeface="Calibri" panose="020F0502020204030204" pitchFamily="34" charset="0"/>
                <a:cs typeface="Arial" panose="020B0604020202020204" pitchFamily="34" charset="0"/>
              </a:rPr>
              <a:t>bp</a:t>
            </a:r>
            <a:r>
              <a:rPr lang="pt-BR" sz="1400" dirty="0">
                <a:effectLst/>
                <a:latin typeface="Calibri" panose="020F0502020204030204" pitchFamily="34" charset="0"/>
                <a:ea typeface="Calibri" panose="020F0502020204030204" pitchFamily="34" charset="0"/>
                <a:cs typeface="Arial" panose="020B0604020202020204" pitchFamily="34" charset="0"/>
              </a:rPr>
              <a:t>, </a:t>
            </a:r>
            <a:r>
              <a:rPr lang="pt-BR" sz="1400" dirty="0" err="1">
                <a:effectLst/>
                <a:latin typeface="Calibri" panose="020F0502020204030204" pitchFamily="34" charset="0"/>
                <a:ea typeface="Calibri" panose="020F0502020204030204" pitchFamily="34" charset="0"/>
                <a:cs typeface="Arial" panose="020B0604020202020204" pitchFamily="34" charset="0"/>
              </a:rPr>
              <a:t>even</a:t>
            </a:r>
            <a:endParaRPr lang="pt-BR" sz="1400" dirty="0">
              <a:effectLst/>
              <a:latin typeface="Calibri" panose="020F0502020204030204" pitchFamily="34" charset="0"/>
              <a:ea typeface="Calibri" panose="020F0502020204030204" pitchFamily="34" charset="0"/>
              <a:cs typeface="Arial" panose="020B0604020202020204" pitchFamily="34" charset="0"/>
            </a:endParaRPr>
          </a:p>
          <a:p>
            <a:pPr>
              <a:lnSpc>
                <a:spcPct val="115000"/>
              </a:lnSpc>
              <a:spcAft>
                <a:spcPts val="1000"/>
              </a:spcAft>
            </a:pPr>
            <a:r>
              <a:rPr lang="pt-BR" sz="1400" dirty="0">
                <a:effectLst/>
                <a:latin typeface="Calibri" panose="020F0502020204030204" pitchFamily="34" charset="0"/>
                <a:ea typeface="Calibri" panose="020F0502020204030204" pitchFamily="34" charset="0"/>
                <a:cs typeface="Arial" panose="020B0604020202020204" pitchFamily="34" charset="0"/>
              </a:rPr>
              <a:t>   </a:t>
            </a:r>
            <a:r>
              <a:rPr lang="pt-BR" sz="1400" dirty="0" err="1">
                <a:effectLst/>
                <a:latin typeface="Calibri" panose="020F0502020204030204" pitchFamily="34" charset="0"/>
                <a:ea typeface="Calibri" panose="020F0502020204030204" pitchFamily="34" charset="0"/>
                <a:cs typeface="Arial" panose="020B0604020202020204" pitchFamily="34" charset="0"/>
              </a:rPr>
              <a:t>mov</a:t>
            </a:r>
            <a:r>
              <a:rPr lang="pt-BR" sz="1400" dirty="0">
                <a:effectLst/>
                <a:latin typeface="Calibri" panose="020F0502020204030204" pitchFamily="34" charset="0"/>
                <a:ea typeface="Calibri" panose="020F0502020204030204" pitchFamily="34" charset="0"/>
                <a:cs typeface="Arial" panose="020B0604020202020204" pitchFamily="34" charset="0"/>
              </a:rPr>
              <a:t> cx,17 </a:t>
            </a:r>
          </a:p>
          <a:p>
            <a:pPr>
              <a:lnSpc>
                <a:spcPct val="115000"/>
              </a:lnSpc>
              <a:spcAft>
                <a:spcPts val="1000"/>
              </a:spcAft>
            </a:pPr>
            <a:endParaRPr lang="en-US" sz="1400" dirty="0">
              <a:effectLst/>
              <a:latin typeface="Calibri" panose="020F0502020204030204" pitchFamily="34" charset="0"/>
              <a:ea typeface="Calibri" panose="020F0502020204030204" pitchFamily="34" charset="0"/>
              <a:cs typeface="Arial" panose="020B0604020202020204" pitchFamily="34" charset="0"/>
            </a:endParaRPr>
          </a:p>
        </p:txBody>
      </p:sp>
      <p:cxnSp>
        <p:nvCxnSpPr>
          <p:cNvPr id="5" name="Connector: Curved 4">
            <a:extLst>
              <a:ext uri="{FF2B5EF4-FFF2-40B4-BE49-F238E27FC236}">
                <a16:creationId xmlns:a16="http://schemas.microsoft.com/office/drawing/2014/main" id="{8A156FFB-3C37-2250-15BE-762E6B390121}"/>
              </a:ext>
            </a:extLst>
          </p:cNvPr>
          <p:cNvCxnSpPr>
            <a:cxnSpLocks/>
          </p:cNvCxnSpPr>
          <p:nvPr/>
        </p:nvCxnSpPr>
        <p:spPr>
          <a:xfrm flipV="1">
            <a:off x="3649133" y="1710267"/>
            <a:ext cx="785909" cy="718298"/>
          </a:xfrm>
          <a:prstGeom prst="curvedConnector3">
            <a:avLst>
              <a:gd name="adj1" fmla="val 50000"/>
            </a:avLst>
          </a:prstGeom>
          <a:ln>
            <a:solidFill>
              <a:schemeClr val="bg1">
                <a:lumMod val="10000"/>
              </a:schemeClr>
            </a:solidFill>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192878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30">
          <a:extLst>
            <a:ext uri="{FF2B5EF4-FFF2-40B4-BE49-F238E27FC236}">
              <a16:creationId xmlns:a16="http://schemas.microsoft.com/office/drawing/2014/main" id="{3594B93E-3193-4CDD-D019-9F113B1C8289}"/>
            </a:ext>
          </a:extLst>
        </p:cNvPr>
        <p:cNvGrpSpPr/>
        <p:nvPr/>
      </p:nvGrpSpPr>
      <p:grpSpPr>
        <a:xfrm>
          <a:off x="0" y="0"/>
          <a:ext cx="0" cy="0"/>
          <a:chOff x="0" y="0"/>
          <a:chExt cx="0" cy="0"/>
        </a:xfrm>
      </p:grpSpPr>
      <p:sp>
        <p:nvSpPr>
          <p:cNvPr id="1531" name="Google Shape;1531;p39">
            <a:extLst>
              <a:ext uri="{FF2B5EF4-FFF2-40B4-BE49-F238E27FC236}">
                <a16:creationId xmlns:a16="http://schemas.microsoft.com/office/drawing/2014/main" id="{2D4FA67F-100C-16F0-3A42-C72DF0AD6B35}"/>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algn="ctr" rtl="0" fontAlgn="base"/>
            <a:r>
              <a:rPr lang="en-US" sz="2400" b="1" dirty="0">
                <a:solidFill>
                  <a:schemeClr val="dk2"/>
                </a:solidFill>
                <a:latin typeface="IBM Plex Mono"/>
                <a:sym typeface="IBM Plex Mono"/>
              </a:rPr>
              <a:t>Project Implementation with output screenshots </a:t>
            </a:r>
            <a:br>
              <a:rPr lang="en-US" sz="2400" b="1" dirty="0">
                <a:solidFill>
                  <a:schemeClr val="dk2"/>
                </a:solidFill>
                <a:latin typeface="IBM Plex Mono"/>
                <a:sym typeface="IBM Plex Mono"/>
              </a:rPr>
            </a:br>
            <a:br>
              <a:rPr lang="en-US" sz="2400" b="1" dirty="0">
                <a:solidFill>
                  <a:schemeClr val="dk2"/>
                </a:solidFill>
                <a:latin typeface="IBM Plex Mono"/>
                <a:sym typeface="IBM Plex Mono"/>
              </a:rPr>
            </a:br>
            <a:endParaRPr lang="en-US" sz="2400" b="1" i="0" dirty="0">
              <a:solidFill>
                <a:schemeClr val="tx1">
                  <a:lumMod val="90000"/>
                  <a:lumOff val="10000"/>
                </a:schemeClr>
              </a:solidFill>
              <a:effectLst/>
              <a:latin typeface="Segoe UI" panose="020B0502040204020203" pitchFamily="34" charset="0"/>
            </a:endParaRPr>
          </a:p>
        </p:txBody>
      </p:sp>
      <p:grpSp>
        <p:nvGrpSpPr>
          <p:cNvPr id="1534" name="Google Shape;1534;p39">
            <a:extLst>
              <a:ext uri="{FF2B5EF4-FFF2-40B4-BE49-F238E27FC236}">
                <a16:creationId xmlns:a16="http://schemas.microsoft.com/office/drawing/2014/main" id="{C8E25438-94CA-5AF2-090B-D68EE00EA63B}"/>
              </a:ext>
            </a:extLst>
          </p:cNvPr>
          <p:cNvGrpSpPr/>
          <p:nvPr/>
        </p:nvGrpSpPr>
        <p:grpSpPr>
          <a:xfrm>
            <a:off x="-123925" y="4132283"/>
            <a:ext cx="4558967" cy="1141122"/>
            <a:chOff x="-123925" y="4132283"/>
            <a:chExt cx="4558967" cy="1141122"/>
          </a:xfrm>
        </p:grpSpPr>
        <p:grpSp>
          <p:nvGrpSpPr>
            <p:cNvPr id="1535" name="Google Shape;1535;p39">
              <a:extLst>
                <a:ext uri="{FF2B5EF4-FFF2-40B4-BE49-F238E27FC236}">
                  <a16:creationId xmlns:a16="http://schemas.microsoft.com/office/drawing/2014/main" id="{2195028A-3385-08BF-A87D-C13BC6E3C22E}"/>
                </a:ext>
              </a:extLst>
            </p:cNvPr>
            <p:cNvGrpSpPr/>
            <p:nvPr/>
          </p:nvGrpSpPr>
          <p:grpSpPr>
            <a:xfrm>
              <a:off x="-2" y="4132283"/>
              <a:ext cx="2308406" cy="1141122"/>
              <a:chOff x="-2" y="4132283"/>
              <a:chExt cx="2308406" cy="1141122"/>
            </a:xfrm>
          </p:grpSpPr>
          <p:sp>
            <p:nvSpPr>
              <p:cNvPr id="1536" name="Google Shape;1536;p39">
                <a:extLst>
                  <a:ext uri="{FF2B5EF4-FFF2-40B4-BE49-F238E27FC236}">
                    <a16:creationId xmlns:a16="http://schemas.microsoft.com/office/drawing/2014/main" id="{5654910F-C746-3A86-8214-D222C02ED34E}"/>
                  </a:ext>
                </a:extLst>
              </p:cNvPr>
              <p:cNvSpPr/>
              <p:nvPr/>
            </p:nvSpPr>
            <p:spPr>
              <a:xfrm rot="5400000">
                <a:off x="663005" y="3628622"/>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1537;p39">
                <a:extLst>
                  <a:ext uri="{FF2B5EF4-FFF2-40B4-BE49-F238E27FC236}">
                    <a16:creationId xmlns:a16="http://schemas.microsoft.com/office/drawing/2014/main" id="{FD65A949-1E40-CAE7-A54B-259D5C863A98}"/>
                  </a:ext>
                </a:extLst>
              </p:cNvPr>
              <p:cNvSpPr/>
              <p:nvPr/>
            </p:nvSpPr>
            <p:spPr>
              <a:xfrm rot="5400000">
                <a:off x="663620" y="3469276"/>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8" name="Google Shape;1538;p39">
              <a:extLst>
                <a:ext uri="{FF2B5EF4-FFF2-40B4-BE49-F238E27FC236}">
                  <a16:creationId xmlns:a16="http://schemas.microsoft.com/office/drawing/2014/main" id="{6FBB4955-ACD3-D2DB-742D-3C0A0FBFB197}"/>
                </a:ext>
              </a:extLst>
            </p:cNvPr>
            <p:cNvGrpSpPr/>
            <p:nvPr/>
          </p:nvGrpSpPr>
          <p:grpSpPr>
            <a:xfrm>
              <a:off x="-123925" y="4386226"/>
              <a:ext cx="4558967" cy="134100"/>
              <a:chOff x="796100" y="3019701"/>
              <a:chExt cx="4558967" cy="134100"/>
            </a:xfrm>
          </p:grpSpPr>
          <p:sp>
            <p:nvSpPr>
              <p:cNvPr id="1539" name="Google Shape;1539;p39">
                <a:extLst>
                  <a:ext uri="{FF2B5EF4-FFF2-40B4-BE49-F238E27FC236}">
                    <a16:creationId xmlns:a16="http://schemas.microsoft.com/office/drawing/2014/main" id="{626945BD-0B8D-1D3B-F233-23267AA66CF4}"/>
                  </a:ext>
                </a:extLst>
              </p:cNvPr>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540" name="Google Shape;1540;p39">
                <a:extLst>
                  <a:ext uri="{FF2B5EF4-FFF2-40B4-BE49-F238E27FC236}">
                    <a16:creationId xmlns:a16="http://schemas.microsoft.com/office/drawing/2014/main" id="{CC46B49B-7E7B-9B6F-9669-164EC33BEBC9}"/>
                  </a:ext>
                </a:extLst>
              </p:cNvPr>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541" name="Google Shape;1541;p39">
                <a:extLst>
                  <a:ext uri="{FF2B5EF4-FFF2-40B4-BE49-F238E27FC236}">
                    <a16:creationId xmlns:a16="http://schemas.microsoft.com/office/drawing/2014/main" id="{0C7E55CA-5787-11B2-03BA-C4AAD1DEEADC}"/>
                  </a:ext>
                </a:extLst>
              </p:cNvPr>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 name="TextBox 1">
            <a:extLst>
              <a:ext uri="{FF2B5EF4-FFF2-40B4-BE49-F238E27FC236}">
                <a16:creationId xmlns:a16="http://schemas.microsoft.com/office/drawing/2014/main" id="{E8DF38B2-FD35-E24F-C375-B4660365EEEE}"/>
              </a:ext>
            </a:extLst>
          </p:cNvPr>
          <p:cNvSpPr txBox="1"/>
          <p:nvPr/>
        </p:nvSpPr>
        <p:spPr>
          <a:xfrm>
            <a:off x="5217893" y="1495726"/>
            <a:ext cx="2071907" cy="2957541"/>
          </a:xfrm>
          <a:prstGeom prst="rect">
            <a:avLst/>
          </a:prstGeom>
          <a:noFill/>
        </p:spPr>
        <p:txBody>
          <a:bodyPr wrap="square">
            <a:spAutoFit/>
          </a:bodyPr>
          <a:lstStyle/>
          <a:p>
            <a:pPr>
              <a:lnSpc>
                <a:spcPct val="115000"/>
              </a:lnSpc>
              <a:spcAft>
                <a:spcPts val="1000"/>
              </a:spcAft>
            </a:pPr>
            <a:r>
              <a:rPr lang="en-US" sz="1400" dirty="0">
                <a:effectLst/>
                <a:latin typeface="Calibri" panose="020F0502020204030204" pitchFamily="34" charset="0"/>
                <a:ea typeface="Calibri" panose="020F0502020204030204" pitchFamily="34" charset="0"/>
                <a:cs typeface="Arial" panose="020B0604020202020204" pitchFamily="34" charset="0"/>
              </a:rPr>
              <a:t>sum:</a:t>
            </a:r>
          </a:p>
          <a:p>
            <a:pPr>
              <a:lnSpc>
                <a:spcPct val="115000"/>
              </a:lnSpc>
              <a:spcAft>
                <a:spcPts val="1000"/>
              </a:spcAft>
            </a:pPr>
            <a:r>
              <a:rPr lang="en-US" sz="1400" dirty="0">
                <a:effectLst/>
                <a:latin typeface="Calibri" panose="020F0502020204030204" pitchFamily="34" charset="0"/>
                <a:ea typeface="Calibri" panose="020F0502020204030204" pitchFamily="34" charset="0"/>
                <a:cs typeface="Arial" panose="020B0604020202020204" pitchFamily="34" charset="0"/>
              </a:rPr>
              <a:t>    mov ax, 0         </a:t>
            </a:r>
          </a:p>
          <a:p>
            <a:pPr>
              <a:lnSpc>
                <a:spcPct val="115000"/>
              </a:lnSpc>
              <a:spcAft>
                <a:spcPts val="1000"/>
              </a:spcAft>
            </a:pPr>
            <a:r>
              <a:rPr lang="en-US" sz="1400" dirty="0">
                <a:effectLst/>
                <a:latin typeface="Calibri" panose="020F0502020204030204" pitchFamily="34" charset="0"/>
                <a:ea typeface="Calibri" panose="020F0502020204030204" pitchFamily="34" charset="0"/>
                <a:cs typeface="Arial" panose="020B0604020202020204" pitchFamily="34" charset="0"/>
              </a:rPr>
              <a:t>    mov cx, 9         </a:t>
            </a:r>
          </a:p>
          <a:p>
            <a:pPr>
              <a:lnSpc>
                <a:spcPct val="115000"/>
              </a:lnSpc>
              <a:spcAft>
                <a:spcPts val="1000"/>
              </a:spcAft>
            </a:pPr>
            <a:r>
              <a:rPr lang="en-US" sz="1400" dirty="0" err="1">
                <a:effectLst/>
                <a:latin typeface="Calibri" panose="020F0502020204030204" pitchFamily="34" charset="0"/>
                <a:ea typeface="Calibri" panose="020F0502020204030204" pitchFamily="34" charset="0"/>
                <a:cs typeface="Arial" panose="020B0604020202020204" pitchFamily="34" charset="0"/>
              </a:rPr>
              <a:t>sum_loop</a:t>
            </a:r>
            <a:r>
              <a:rPr lang="en-US" sz="1400" dirty="0">
                <a:effectLst/>
                <a:latin typeface="Calibri" panose="020F0502020204030204" pitchFamily="34" charset="0"/>
                <a:ea typeface="Calibri" panose="020F0502020204030204" pitchFamily="34" charset="0"/>
                <a:cs typeface="Arial" panose="020B0604020202020204" pitchFamily="34" charset="0"/>
              </a:rPr>
              <a:t>:</a:t>
            </a:r>
          </a:p>
          <a:p>
            <a:pPr>
              <a:lnSpc>
                <a:spcPct val="115000"/>
              </a:lnSpc>
              <a:spcAft>
                <a:spcPts val="1000"/>
              </a:spcAft>
            </a:pPr>
            <a:r>
              <a:rPr lang="en-US" sz="1400" dirty="0">
                <a:effectLst/>
                <a:latin typeface="Calibri" panose="020F0502020204030204" pitchFamily="34" charset="0"/>
                <a:ea typeface="Calibri" panose="020F0502020204030204" pitchFamily="34" charset="0"/>
                <a:cs typeface="Arial" panose="020B0604020202020204" pitchFamily="34" charset="0"/>
              </a:rPr>
              <a:t>    add ax, [bx]      </a:t>
            </a:r>
          </a:p>
          <a:p>
            <a:pPr>
              <a:lnSpc>
                <a:spcPct val="115000"/>
              </a:lnSpc>
              <a:spcAft>
                <a:spcPts val="1000"/>
              </a:spcAft>
            </a:pPr>
            <a:r>
              <a:rPr lang="en-US" sz="1400" dirty="0">
                <a:effectLst/>
                <a:latin typeface="Calibri" panose="020F0502020204030204" pitchFamily="34" charset="0"/>
                <a:ea typeface="Calibri" panose="020F0502020204030204" pitchFamily="34" charset="0"/>
                <a:cs typeface="Arial" panose="020B0604020202020204" pitchFamily="34" charset="0"/>
              </a:rPr>
              <a:t>    add bx, 2         </a:t>
            </a:r>
          </a:p>
          <a:p>
            <a:pPr>
              <a:lnSpc>
                <a:spcPct val="115000"/>
              </a:lnSpc>
              <a:spcAft>
                <a:spcPts val="1000"/>
              </a:spcAft>
            </a:pPr>
            <a:r>
              <a:rPr lang="en-US" sz="1400" dirty="0">
                <a:effectLst/>
                <a:latin typeface="Calibri" panose="020F0502020204030204" pitchFamily="34" charset="0"/>
                <a:ea typeface="Calibri" panose="020F0502020204030204" pitchFamily="34" charset="0"/>
                <a:cs typeface="Arial" panose="020B0604020202020204" pitchFamily="34" charset="0"/>
              </a:rPr>
              <a:t>    loop </a:t>
            </a:r>
            <a:r>
              <a:rPr lang="en-US" sz="1400" dirty="0" err="1">
                <a:effectLst/>
                <a:latin typeface="Calibri" panose="020F0502020204030204" pitchFamily="34" charset="0"/>
                <a:ea typeface="Calibri" panose="020F0502020204030204" pitchFamily="34" charset="0"/>
                <a:cs typeface="Arial" panose="020B0604020202020204" pitchFamily="34" charset="0"/>
              </a:rPr>
              <a:t>sum_loop</a:t>
            </a:r>
            <a:r>
              <a:rPr lang="en-US" sz="1400" dirty="0">
                <a:effectLst/>
                <a:latin typeface="Calibri" panose="020F0502020204030204" pitchFamily="34" charset="0"/>
                <a:ea typeface="Calibri" panose="020F0502020204030204" pitchFamily="34" charset="0"/>
                <a:cs typeface="Arial" panose="020B0604020202020204" pitchFamily="34" charset="0"/>
              </a:rPr>
              <a:t>     </a:t>
            </a:r>
          </a:p>
          <a:p>
            <a:pPr>
              <a:lnSpc>
                <a:spcPct val="115000"/>
              </a:lnSpc>
              <a:spcAft>
                <a:spcPts val="1000"/>
              </a:spcAft>
            </a:pPr>
            <a:r>
              <a:rPr lang="en-US" sz="1400" dirty="0">
                <a:effectLst/>
                <a:latin typeface="Calibri" panose="020F0502020204030204" pitchFamily="34" charset="0"/>
                <a:ea typeface="Calibri" panose="020F0502020204030204" pitchFamily="34" charset="0"/>
                <a:cs typeface="Arial" panose="020B0604020202020204" pitchFamily="34" charset="0"/>
              </a:rPr>
              <a:t>    ret</a:t>
            </a:r>
          </a:p>
        </p:txBody>
      </p:sp>
      <p:sp>
        <p:nvSpPr>
          <p:cNvPr id="3" name="TextBox 2">
            <a:extLst>
              <a:ext uri="{FF2B5EF4-FFF2-40B4-BE49-F238E27FC236}">
                <a16:creationId xmlns:a16="http://schemas.microsoft.com/office/drawing/2014/main" id="{00479E89-B6EF-CEBD-E85A-7FACB6B88BF7}"/>
              </a:ext>
            </a:extLst>
          </p:cNvPr>
          <p:cNvSpPr txBox="1"/>
          <p:nvPr/>
        </p:nvSpPr>
        <p:spPr>
          <a:xfrm>
            <a:off x="1964268" y="1513795"/>
            <a:ext cx="1574800" cy="2581541"/>
          </a:xfrm>
          <a:prstGeom prst="rect">
            <a:avLst/>
          </a:prstGeom>
          <a:noFill/>
        </p:spPr>
        <p:txBody>
          <a:bodyPr wrap="square">
            <a:spAutoFit/>
          </a:bodyPr>
          <a:lstStyle/>
          <a:p>
            <a:pPr>
              <a:lnSpc>
                <a:spcPct val="115000"/>
              </a:lnSpc>
              <a:spcAft>
                <a:spcPts val="1000"/>
              </a:spcAft>
            </a:pPr>
            <a:r>
              <a:rPr lang="en-US" sz="1400" dirty="0">
                <a:effectLst/>
                <a:latin typeface="Calibri" panose="020F0502020204030204" pitchFamily="34" charset="0"/>
                <a:ea typeface="Calibri" panose="020F0502020204030204" pitchFamily="34" charset="0"/>
                <a:cs typeface="Arial" panose="020B0604020202020204" pitchFamily="34" charset="0"/>
              </a:rPr>
              <a:t>skip:</a:t>
            </a:r>
          </a:p>
          <a:p>
            <a:pPr>
              <a:lnSpc>
                <a:spcPct val="115000"/>
              </a:lnSpc>
              <a:spcAft>
                <a:spcPts val="1000"/>
              </a:spcAft>
            </a:pPr>
            <a:r>
              <a:rPr lang="en-US" sz="1400" dirty="0">
                <a:effectLst/>
                <a:latin typeface="Calibri" panose="020F0502020204030204" pitchFamily="34" charset="0"/>
                <a:ea typeface="Calibri" panose="020F0502020204030204" pitchFamily="34" charset="0"/>
                <a:cs typeface="Arial" panose="020B0604020202020204" pitchFamily="34" charset="0"/>
              </a:rPr>
              <a:t>   add bx,2</a:t>
            </a:r>
          </a:p>
          <a:p>
            <a:pPr>
              <a:lnSpc>
                <a:spcPct val="115000"/>
              </a:lnSpc>
              <a:spcAft>
                <a:spcPts val="1000"/>
              </a:spcAft>
            </a:pPr>
            <a:r>
              <a:rPr lang="en-US" sz="1400" dirty="0">
                <a:effectLst/>
                <a:latin typeface="Calibri" panose="020F0502020204030204" pitchFamily="34" charset="0"/>
                <a:ea typeface="Calibri" panose="020F0502020204030204" pitchFamily="34" charset="0"/>
                <a:cs typeface="Arial" panose="020B0604020202020204" pitchFamily="34" charset="0"/>
              </a:rPr>
              <a:t>   loop </a:t>
            </a:r>
            <a:r>
              <a:rPr lang="en-US" sz="1400" dirty="0" err="1">
                <a:effectLst/>
                <a:latin typeface="Calibri" panose="020F0502020204030204" pitchFamily="34" charset="0"/>
                <a:ea typeface="Calibri" panose="020F0502020204030204" pitchFamily="34" charset="0"/>
                <a:cs typeface="Arial" panose="020B0604020202020204" pitchFamily="34" charset="0"/>
              </a:rPr>
              <a:t>loopeven</a:t>
            </a:r>
            <a:r>
              <a:rPr lang="en-US" sz="1400" dirty="0">
                <a:effectLst/>
                <a:latin typeface="Calibri" panose="020F0502020204030204" pitchFamily="34" charset="0"/>
                <a:ea typeface="Calibri" panose="020F0502020204030204" pitchFamily="34" charset="0"/>
                <a:cs typeface="Arial" panose="020B0604020202020204" pitchFamily="34" charset="0"/>
              </a:rPr>
              <a:t> </a:t>
            </a:r>
          </a:p>
          <a:p>
            <a:pPr>
              <a:lnSpc>
                <a:spcPct val="115000"/>
              </a:lnSpc>
              <a:spcAft>
                <a:spcPts val="1000"/>
              </a:spcAft>
            </a:pPr>
            <a:r>
              <a:rPr lang="en-US" sz="1400" dirty="0">
                <a:effectLst/>
                <a:latin typeface="Calibri" panose="020F0502020204030204" pitchFamily="34" charset="0"/>
                <a:ea typeface="Calibri" panose="020F0502020204030204" pitchFamily="34" charset="0"/>
                <a:cs typeface="Arial" panose="020B0604020202020204" pitchFamily="34" charset="0"/>
              </a:rPr>
              <a:t>ret 	</a:t>
            </a:r>
          </a:p>
          <a:p>
            <a:pPr>
              <a:lnSpc>
                <a:spcPct val="115000"/>
              </a:lnSpc>
              <a:spcAft>
                <a:spcPts val="1000"/>
              </a:spcAft>
            </a:pPr>
            <a:endParaRPr lang="en-US" sz="1400" dirty="0">
              <a:effectLst/>
              <a:latin typeface="Calibri" panose="020F0502020204030204" pitchFamily="34" charset="0"/>
              <a:ea typeface="Calibri" panose="020F0502020204030204" pitchFamily="34" charset="0"/>
              <a:cs typeface="Arial" panose="020B0604020202020204" pitchFamily="34" charset="0"/>
            </a:endParaRPr>
          </a:p>
          <a:p>
            <a:pPr>
              <a:lnSpc>
                <a:spcPct val="115000"/>
              </a:lnSpc>
              <a:spcAft>
                <a:spcPts val="1000"/>
              </a:spcAft>
            </a:pPr>
            <a:endParaRPr lang="en-US" sz="1400" dirty="0">
              <a:effectLst/>
              <a:latin typeface="Calibri" panose="020F0502020204030204" pitchFamily="34" charset="0"/>
              <a:ea typeface="Calibri" panose="020F0502020204030204" pitchFamily="34" charset="0"/>
              <a:cs typeface="Arial" panose="020B0604020202020204" pitchFamily="34" charset="0"/>
            </a:endParaRPr>
          </a:p>
          <a:p>
            <a:pPr>
              <a:lnSpc>
                <a:spcPct val="115000"/>
              </a:lnSpc>
              <a:spcAft>
                <a:spcPts val="1000"/>
              </a:spcAft>
            </a:pPr>
            <a:endParaRPr lang="en-US" sz="1400" dirty="0">
              <a:effectLst/>
              <a:latin typeface="Calibri" panose="020F0502020204030204" pitchFamily="34" charset="0"/>
              <a:ea typeface="Calibri" panose="020F0502020204030204" pitchFamily="34" charset="0"/>
              <a:cs typeface="Arial" panose="020B0604020202020204" pitchFamily="34" charset="0"/>
            </a:endParaRPr>
          </a:p>
        </p:txBody>
      </p:sp>
      <p:cxnSp>
        <p:nvCxnSpPr>
          <p:cNvPr id="5" name="Connector: Curved 4">
            <a:extLst>
              <a:ext uri="{FF2B5EF4-FFF2-40B4-BE49-F238E27FC236}">
                <a16:creationId xmlns:a16="http://schemas.microsoft.com/office/drawing/2014/main" id="{3439D441-462B-39C2-0FE6-57681A29587A}"/>
              </a:ext>
            </a:extLst>
          </p:cNvPr>
          <p:cNvCxnSpPr>
            <a:cxnSpLocks/>
          </p:cNvCxnSpPr>
          <p:nvPr/>
        </p:nvCxnSpPr>
        <p:spPr>
          <a:xfrm flipV="1">
            <a:off x="3649133" y="1710267"/>
            <a:ext cx="785909" cy="718298"/>
          </a:xfrm>
          <a:prstGeom prst="curvedConnector3">
            <a:avLst>
              <a:gd name="adj1" fmla="val 50000"/>
            </a:avLst>
          </a:prstGeom>
          <a:ln>
            <a:solidFill>
              <a:schemeClr val="bg1">
                <a:lumMod val="10000"/>
              </a:schemeClr>
            </a:solidFill>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1829088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30">
          <a:extLst>
            <a:ext uri="{FF2B5EF4-FFF2-40B4-BE49-F238E27FC236}">
              <a16:creationId xmlns:a16="http://schemas.microsoft.com/office/drawing/2014/main" id="{DE7AC1D5-3E03-A30B-5134-00167BC98111}"/>
            </a:ext>
          </a:extLst>
        </p:cNvPr>
        <p:cNvGrpSpPr/>
        <p:nvPr/>
      </p:nvGrpSpPr>
      <p:grpSpPr>
        <a:xfrm>
          <a:off x="0" y="0"/>
          <a:ext cx="0" cy="0"/>
          <a:chOff x="0" y="0"/>
          <a:chExt cx="0" cy="0"/>
        </a:xfrm>
      </p:grpSpPr>
      <p:sp>
        <p:nvSpPr>
          <p:cNvPr id="1531" name="Google Shape;1531;p39">
            <a:extLst>
              <a:ext uri="{FF2B5EF4-FFF2-40B4-BE49-F238E27FC236}">
                <a16:creationId xmlns:a16="http://schemas.microsoft.com/office/drawing/2014/main" id="{96A13F15-E643-56CD-927A-8987DA89EC7D}"/>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algn="ctr" rtl="0" fontAlgn="base"/>
            <a:r>
              <a:rPr lang="en-US" sz="2400" b="1" dirty="0">
                <a:solidFill>
                  <a:schemeClr val="dk2"/>
                </a:solidFill>
                <a:latin typeface="IBM Plex Mono"/>
                <a:sym typeface="IBM Plex Mono"/>
              </a:rPr>
              <a:t>Project Implementation with output screenshots </a:t>
            </a:r>
            <a:br>
              <a:rPr lang="en-US" sz="2400" b="1" dirty="0">
                <a:solidFill>
                  <a:schemeClr val="dk2"/>
                </a:solidFill>
                <a:latin typeface="IBM Plex Mono"/>
                <a:sym typeface="IBM Plex Mono"/>
              </a:rPr>
            </a:br>
            <a:br>
              <a:rPr lang="en-US" sz="2400" b="1" dirty="0">
                <a:solidFill>
                  <a:schemeClr val="dk2"/>
                </a:solidFill>
                <a:latin typeface="IBM Plex Mono"/>
                <a:sym typeface="IBM Plex Mono"/>
              </a:rPr>
            </a:br>
            <a:endParaRPr lang="en-US" sz="2400" b="1" i="0" dirty="0">
              <a:solidFill>
                <a:schemeClr val="tx1">
                  <a:lumMod val="90000"/>
                  <a:lumOff val="10000"/>
                </a:schemeClr>
              </a:solidFill>
              <a:effectLst/>
              <a:latin typeface="Segoe UI" panose="020B0502040204020203" pitchFamily="34" charset="0"/>
            </a:endParaRPr>
          </a:p>
        </p:txBody>
      </p:sp>
      <p:grpSp>
        <p:nvGrpSpPr>
          <p:cNvPr id="1534" name="Google Shape;1534;p39">
            <a:extLst>
              <a:ext uri="{FF2B5EF4-FFF2-40B4-BE49-F238E27FC236}">
                <a16:creationId xmlns:a16="http://schemas.microsoft.com/office/drawing/2014/main" id="{18AE1E54-9FA9-6E74-4AE4-EA23CA091D55}"/>
              </a:ext>
            </a:extLst>
          </p:cNvPr>
          <p:cNvGrpSpPr/>
          <p:nvPr/>
        </p:nvGrpSpPr>
        <p:grpSpPr>
          <a:xfrm>
            <a:off x="-123925" y="4132283"/>
            <a:ext cx="4558967" cy="1141122"/>
            <a:chOff x="-123925" y="4132283"/>
            <a:chExt cx="4558967" cy="1141122"/>
          </a:xfrm>
        </p:grpSpPr>
        <p:grpSp>
          <p:nvGrpSpPr>
            <p:cNvPr id="1535" name="Google Shape;1535;p39">
              <a:extLst>
                <a:ext uri="{FF2B5EF4-FFF2-40B4-BE49-F238E27FC236}">
                  <a16:creationId xmlns:a16="http://schemas.microsoft.com/office/drawing/2014/main" id="{443D1245-4F68-3BBA-680F-0FAC99AD6807}"/>
                </a:ext>
              </a:extLst>
            </p:cNvPr>
            <p:cNvGrpSpPr/>
            <p:nvPr/>
          </p:nvGrpSpPr>
          <p:grpSpPr>
            <a:xfrm>
              <a:off x="-2" y="4132283"/>
              <a:ext cx="2308406" cy="1141122"/>
              <a:chOff x="-2" y="4132283"/>
              <a:chExt cx="2308406" cy="1141122"/>
            </a:xfrm>
          </p:grpSpPr>
          <p:sp>
            <p:nvSpPr>
              <p:cNvPr id="1536" name="Google Shape;1536;p39">
                <a:extLst>
                  <a:ext uri="{FF2B5EF4-FFF2-40B4-BE49-F238E27FC236}">
                    <a16:creationId xmlns:a16="http://schemas.microsoft.com/office/drawing/2014/main" id="{F7041B98-F633-6D62-6291-1714BC581D4D}"/>
                  </a:ext>
                </a:extLst>
              </p:cNvPr>
              <p:cNvSpPr/>
              <p:nvPr/>
            </p:nvSpPr>
            <p:spPr>
              <a:xfrm rot="5400000">
                <a:off x="663005" y="3628622"/>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1537;p39">
                <a:extLst>
                  <a:ext uri="{FF2B5EF4-FFF2-40B4-BE49-F238E27FC236}">
                    <a16:creationId xmlns:a16="http://schemas.microsoft.com/office/drawing/2014/main" id="{F58EED5E-8CB2-3529-6324-1C893EE965B1}"/>
                  </a:ext>
                </a:extLst>
              </p:cNvPr>
              <p:cNvSpPr/>
              <p:nvPr/>
            </p:nvSpPr>
            <p:spPr>
              <a:xfrm rot="5400000">
                <a:off x="663620" y="3469276"/>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8" name="Google Shape;1538;p39">
              <a:extLst>
                <a:ext uri="{FF2B5EF4-FFF2-40B4-BE49-F238E27FC236}">
                  <a16:creationId xmlns:a16="http://schemas.microsoft.com/office/drawing/2014/main" id="{C6A751BE-6313-F430-55F4-DA8A2D7FF6A1}"/>
                </a:ext>
              </a:extLst>
            </p:cNvPr>
            <p:cNvGrpSpPr/>
            <p:nvPr/>
          </p:nvGrpSpPr>
          <p:grpSpPr>
            <a:xfrm>
              <a:off x="-123925" y="4386226"/>
              <a:ext cx="4558967" cy="134100"/>
              <a:chOff x="796100" y="3019701"/>
              <a:chExt cx="4558967" cy="134100"/>
            </a:xfrm>
          </p:grpSpPr>
          <p:sp>
            <p:nvSpPr>
              <p:cNvPr id="1539" name="Google Shape;1539;p39">
                <a:extLst>
                  <a:ext uri="{FF2B5EF4-FFF2-40B4-BE49-F238E27FC236}">
                    <a16:creationId xmlns:a16="http://schemas.microsoft.com/office/drawing/2014/main" id="{80D4EB71-4D8C-4374-C71B-EA005E5E3A80}"/>
                  </a:ext>
                </a:extLst>
              </p:cNvPr>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540" name="Google Shape;1540;p39">
                <a:extLst>
                  <a:ext uri="{FF2B5EF4-FFF2-40B4-BE49-F238E27FC236}">
                    <a16:creationId xmlns:a16="http://schemas.microsoft.com/office/drawing/2014/main" id="{68DE7BE8-D2A8-E32F-8660-DCA112E50130}"/>
                  </a:ext>
                </a:extLst>
              </p:cNvPr>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541" name="Google Shape;1541;p39">
                <a:extLst>
                  <a:ext uri="{FF2B5EF4-FFF2-40B4-BE49-F238E27FC236}">
                    <a16:creationId xmlns:a16="http://schemas.microsoft.com/office/drawing/2014/main" id="{2439B8AE-FD3C-916C-FE21-250BA4FD4C1A}"/>
                  </a:ext>
                </a:extLst>
              </p:cNvPr>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 name="TextBox 1">
            <a:extLst>
              <a:ext uri="{FF2B5EF4-FFF2-40B4-BE49-F238E27FC236}">
                <a16:creationId xmlns:a16="http://schemas.microsoft.com/office/drawing/2014/main" id="{F0814C64-2B47-29B1-5C24-7171F28C3D2D}"/>
              </a:ext>
            </a:extLst>
          </p:cNvPr>
          <p:cNvSpPr txBox="1"/>
          <p:nvPr/>
        </p:nvSpPr>
        <p:spPr>
          <a:xfrm>
            <a:off x="5217893" y="1495726"/>
            <a:ext cx="2071907" cy="1829540"/>
          </a:xfrm>
          <a:prstGeom prst="rect">
            <a:avLst/>
          </a:prstGeom>
          <a:noFill/>
        </p:spPr>
        <p:txBody>
          <a:bodyPr wrap="square">
            <a:spAutoFit/>
          </a:bodyPr>
          <a:lstStyle/>
          <a:p>
            <a:pPr>
              <a:lnSpc>
                <a:spcPct val="115000"/>
              </a:lnSpc>
              <a:spcAft>
                <a:spcPts val="1000"/>
              </a:spcAft>
            </a:pPr>
            <a:r>
              <a:rPr lang="en-US" sz="1400" dirty="0" err="1">
                <a:effectLst/>
                <a:latin typeface="Calibri" panose="020F0502020204030204" pitchFamily="34" charset="0"/>
                <a:ea typeface="Calibri" panose="020F0502020204030204" pitchFamily="34" charset="0"/>
                <a:cs typeface="Arial" panose="020B0604020202020204" pitchFamily="34" charset="0"/>
              </a:rPr>
              <a:t>DecOrder</a:t>
            </a:r>
            <a:r>
              <a:rPr lang="en-US" sz="1400" dirty="0">
                <a:effectLst/>
                <a:latin typeface="Calibri" panose="020F0502020204030204" pitchFamily="34" charset="0"/>
                <a:ea typeface="Calibri" panose="020F0502020204030204" pitchFamily="34" charset="0"/>
                <a:cs typeface="Arial" panose="020B0604020202020204" pitchFamily="34" charset="0"/>
              </a:rPr>
              <a:t>:</a:t>
            </a:r>
          </a:p>
          <a:p>
            <a:pPr>
              <a:lnSpc>
                <a:spcPct val="115000"/>
              </a:lnSpc>
              <a:spcAft>
                <a:spcPts val="1000"/>
              </a:spcAft>
            </a:pPr>
            <a:r>
              <a:rPr lang="en-US" sz="1400" dirty="0">
                <a:effectLst/>
                <a:latin typeface="Calibri" panose="020F0502020204030204" pitchFamily="34" charset="0"/>
                <a:ea typeface="Calibri" panose="020F0502020204030204" pitchFamily="34" charset="0"/>
                <a:cs typeface="Arial" panose="020B0604020202020204" pitchFamily="34" charset="0"/>
              </a:rPr>
              <a:t>    push cx</a:t>
            </a:r>
          </a:p>
          <a:p>
            <a:pPr>
              <a:lnSpc>
                <a:spcPct val="115000"/>
              </a:lnSpc>
              <a:spcAft>
                <a:spcPts val="1000"/>
              </a:spcAft>
            </a:pPr>
            <a:r>
              <a:rPr lang="en-US" sz="1400" dirty="0">
                <a:effectLst/>
                <a:latin typeface="Calibri" panose="020F0502020204030204" pitchFamily="34" charset="0"/>
                <a:ea typeface="Calibri" panose="020F0502020204030204" pitchFamily="34" charset="0"/>
                <a:cs typeface="Arial" panose="020B0604020202020204" pitchFamily="34" charset="0"/>
              </a:rPr>
              <a:t>    push bx</a:t>
            </a:r>
          </a:p>
          <a:p>
            <a:pPr>
              <a:lnSpc>
                <a:spcPct val="115000"/>
              </a:lnSpc>
              <a:spcAft>
                <a:spcPts val="1000"/>
              </a:spcAft>
            </a:pPr>
            <a:endParaRPr lang="en-US" sz="1400" dirty="0">
              <a:effectLst/>
              <a:latin typeface="Calibri" panose="020F0502020204030204" pitchFamily="34" charset="0"/>
              <a:ea typeface="Calibri" panose="020F0502020204030204" pitchFamily="34" charset="0"/>
              <a:cs typeface="Arial" panose="020B0604020202020204" pitchFamily="34" charset="0"/>
            </a:endParaRPr>
          </a:p>
          <a:p>
            <a:pPr>
              <a:lnSpc>
                <a:spcPct val="115000"/>
              </a:lnSpc>
              <a:spcAft>
                <a:spcPts val="1000"/>
              </a:spcAft>
            </a:pPr>
            <a:r>
              <a:rPr lang="en-US" sz="1400" dirty="0">
                <a:effectLst/>
                <a:latin typeface="Calibri" panose="020F0502020204030204" pitchFamily="34" charset="0"/>
                <a:ea typeface="Calibri" panose="020F0502020204030204" pitchFamily="34" charset="0"/>
                <a:cs typeface="Arial" panose="020B0604020202020204" pitchFamily="34" charset="0"/>
              </a:rPr>
              <a:t>    mov di, sort</a:t>
            </a:r>
          </a:p>
        </p:txBody>
      </p:sp>
      <p:sp>
        <p:nvSpPr>
          <p:cNvPr id="3" name="TextBox 2">
            <a:extLst>
              <a:ext uri="{FF2B5EF4-FFF2-40B4-BE49-F238E27FC236}">
                <a16:creationId xmlns:a16="http://schemas.microsoft.com/office/drawing/2014/main" id="{6F060585-B1B8-47C9-CE5F-056F67343C56}"/>
              </a:ext>
            </a:extLst>
          </p:cNvPr>
          <p:cNvSpPr txBox="1"/>
          <p:nvPr/>
        </p:nvSpPr>
        <p:spPr>
          <a:xfrm>
            <a:off x="1964268" y="1513795"/>
            <a:ext cx="1574800" cy="5085303"/>
          </a:xfrm>
          <a:prstGeom prst="rect">
            <a:avLst/>
          </a:prstGeom>
          <a:noFill/>
        </p:spPr>
        <p:txBody>
          <a:bodyPr wrap="square">
            <a:spAutoFit/>
          </a:bodyPr>
          <a:lstStyle/>
          <a:p>
            <a:pPr>
              <a:lnSpc>
                <a:spcPct val="115000"/>
              </a:lnSpc>
              <a:spcAft>
                <a:spcPts val="1000"/>
              </a:spcAft>
            </a:pPr>
            <a:r>
              <a:rPr lang="en-US" sz="1400" dirty="0">
                <a:effectLst/>
                <a:latin typeface="Calibri" panose="020F0502020204030204" pitchFamily="34" charset="0"/>
                <a:ea typeface="Calibri" panose="020F0502020204030204" pitchFamily="34" charset="0"/>
                <a:cs typeface="Arial" panose="020B0604020202020204" pitchFamily="34" charset="0"/>
              </a:rPr>
              <a:t>average:</a:t>
            </a:r>
          </a:p>
          <a:p>
            <a:pPr>
              <a:lnSpc>
                <a:spcPct val="115000"/>
              </a:lnSpc>
              <a:spcAft>
                <a:spcPts val="1000"/>
              </a:spcAft>
            </a:pPr>
            <a:r>
              <a:rPr lang="en-US" sz="1400" dirty="0">
                <a:effectLst/>
                <a:latin typeface="Calibri" panose="020F0502020204030204" pitchFamily="34" charset="0"/>
                <a:ea typeface="Calibri" panose="020F0502020204030204" pitchFamily="34" charset="0"/>
                <a:cs typeface="Arial" panose="020B0604020202020204" pitchFamily="34" charset="0"/>
              </a:rPr>
              <a:t>    mov cx, 9         </a:t>
            </a:r>
          </a:p>
          <a:p>
            <a:pPr>
              <a:lnSpc>
                <a:spcPct val="115000"/>
              </a:lnSpc>
              <a:spcAft>
                <a:spcPts val="1000"/>
              </a:spcAft>
            </a:pPr>
            <a:r>
              <a:rPr lang="en-US" sz="1400" dirty="0">
                <a:effectLst/>
                <a:latin typeface="Calibri" panose="020F0502020204030204" pitchFamily="34" charset="0"/>
                <a:ea typeface="Calibri" panose="020F0502020204030204" pitchFamily="34" charset="0"/>
                <a:cs typeface="Arial" panose="020B0604020202020204" pitchFamily="34" charset="0"/>
              </a:rPr>
              <a:t>    mov bx, ax        </a:t>
            </a:r>
          </a:p>
          <a:p>
            <a:pPr>
              <a:lnSpc>
                <a:spcPct val="115000"/>
              </a:lnSpc>
              <a:spcAft>
                <a:spcPts val="1000"/>
              </a:spcAft>
            </a:pPr>
            <a:r>
              <a:rPr lang="en-US" sz="1400" dirty="0">
                <a:effectLst/>
                <a:latin typeface="Calibri" panose="020F0502020204030204" pitchFamily="34" charset="0"/>
                <a:ea typeface="Calibri" panose="020F0502020204030204" pitchFamily="34" charset="0"/>
                <a:cs typeface="Arial" panose="020B0604020202020204" pitchFamily="34" charset="0"/>
              </a:rPr>
              <a:t>    </a:t>
            </a:r>
            <a:r>
              <a:rPr lang="en-US" sz="1400" dirty="0" err="1">
                <a:effectLst/>
                <a:latin typeface="Calibri" panose="020F0502020204030204" pitchFamily="34" charset="0"/>
                <a:ea typeface="Calibri" panose="020F0502020204030204" pitchFamily="34" charset="0"/>
                <a:cs typeface="Arial" panose="020B0604020202020204" pitchFamily="34" charset="0"/>
              </a:rPr>
              <a:t>xor</a:t>
            </a:r>
            <a:r>
              <a:rPr lang="en-US" sz="1400" dirty="0">
                <a:effectLst/>
                <a:latin typeface="Calibri" panose="020F0502020204030204" pitchFamily="34" charset="0"/>
                <a:ea typeface="Calibri" panose="020F0502020204030204" pitchFamily="34" charset="0"/>
                <a:cs typeface="Arial" panose="020B0604020202020204" pitchFamily="34" charset="0"/>
              </a:rPr>
              <a:t> dx, dx        </a:t>
            </a:r>
          </a:p>
          <a:p>
            <a:pPr>
              <a:lnSpc>
                <a:spcPct val="115000"/>
              </a:lnSpc>
              <a:spcAft>
                <a:spcPts val="1000"/>
              </a:spcAft>
            </a:pPr>
            <a:r>
              <a:rPr lang="en-US" sz="1400" dirty="0">
                <a:effectLst/>
                <a:latin typeface="Calibri" panose="020F0502020204030204" pitchFamily="34" charset="0"/>
                <a:ea typeface="Calibri" panose="020F0502020204030204" pitchFamily="34" charset="0"/>
                <a:cs typeface="Arial" panose="020B0604020202020204" pitchFamily="34" charset="0"/>
              </a:rPr>
              <a:t>    div cx            </a:t>
            </a:r>
          </a:p>
          <a:p>
            <a:pPr>
              <a:lnSpc>
                <a:spcPct val="115000"/>
              </a:lnSpc>
              <a:spcAft>
                <a:spcPts val="1000"/>
              </a:spcAft>
            </a:pPr>
            <a:r>
              <a:rPr lang="en-US" sz="1400" dirty="0">
                <a:effectLst/>
                <a:latin typeface="Calibri" panose="020F0502020204030204" pitchFamily="34" charset="0"/>
                <a:ea typeface="Calibri" panose="020F0502020204030204" pitchFamily="34" charset="0"/>
                <a:cs typeface="Arial" panose="020B0604020202020204" pitchFamily="34" charset="0"/>
              </a:rPr>
              <a:t>    ret</a:t>
            </a:r>
          </a:p>
          <a:p>
            <a:pPr>
              <a:lnSpc>
                <a:spcPct val="115000"/>
              </a:lnSpc>
              <a:spcAft>
                <a:spcPts val="1000"/>
              </a:spcAft>
            </a:pPr>
            <a:r>
              <a:rPr lang="en-US" sz="1400" dirty="0">
                <a:effectLst/>
                <a:latin typeface="Calibri" panose="020F0502020204030204" pitchFamily="34" charset="0"/>
                <a:ea typeface="Calibri" panose="020F0502020204030204" pitchFamily="34" charset="0"/>
                <a:cs typeface="Arial" panose="020B0604020202020204" pitchFamily="34" charset="0"/>
              </a:rPr>
              <a:t>		</a:t>
            </a:r>
          </a:p>
          <a:p>
            <a:pPr>
              <a:lnSpc>
                <a:spcPct val="115000"/>
              </a:lnSpc>
              <a:spcAft>
                <a:spcPts val="1000"/>
              </a:spcAft>
            </a:pPr>
            <a:endParaRPr lang="en-US" sz="1400" dirty="0">
              <a:effectLst/>
              <a:latin typeface="Calibri" panose="020F0502020204030204" pitchFamily="34" charset="0"/>
              <a:ea typeface="Calibri" panose="020F0502020204030204" pitchFamily="34" charset="0"/>
              <a:cs typeface="Arial" panose="020B0604020202020204" pitchFamily="34" charset="0"/>
            </a:endParaRPr>
          </a:p>
          <a:p>
            <a:pPr>
              <a:lnSpc>
                <a:spcPct val="115000"/>
              </a:lnSpc>
              <a:spcAft>
                <a:spcPts val="1000"/>
              </a:spcAft>
            </a:pPr>
            <a:endParaRPr lang="en-US" sz="1400" dirty="0">
              <a:effectLst/>
              <a:latin typeface="Calibri" panose="020F0502020204030204" pitchFamily="34" charset="0"/>
              <a:ea typeface="Calibri" panose="020F0502020204030204" pitchFamily="34" charset="0"/>
              <a:cs typeface="Arial" panose="020B0604020202020204" pitchFamily="34" charset="0"/>
            </a:endParaRPr>
          </a:p>
          <a:p>
            <a:pPr>
              <a:lnSpc>
                <a:spcPct val="115000"/>
              </a:lnSpc>
              <a:spcAft>
                <a:spcPts val="1000"/>
              </a:spcAft>
            </a:pPr>
            <a:r>
              <a:rPr lang="en-US" sz="1400" dirty="0">
                <a:effectLst/>
                <a:latin typeface="Calibri" panose="020F0502020204030204" pitchFamily="34" charset="0"/>
                <a:ea typeface="Calibri" panose="020F0502020204030204" pitchFamily="34" charset="0"/>
                <a:cs typeface="Arial" panose="020B0604020202020204" pitchFamily="34" charset="0"/>
              </a:rPr>
              <a:t>	</a:t>
            </a:r>
          </a:p>
          <a:p>
            <a:pPr>
              <a:lnSpc>
                <a:spcPct val="115000"/>
              </a:lnSpc>
              <a:spcAft>
                <a:spcPts val="1000"/>
              </a:spcAft>
            </a:pPr>
            <a:endParaRPr lang="en-US" sz="1400" dirty="0">
              <a:effectLst/>
              <a:latin typeface="Calibri" panose="020F0502020204030204" pitchFamily="34" charset="0"/>
              <a:ea typeface="Calibri" panose="020F0502020204030204" pitchFamily="34" charset="0"/>
              <a:cs typeface="Arial" panose="020B0604020202020204" pitchFamily="34" charset="0"/>
            </a:endParaRPr>
          </a:p>
          <a:p>
            <a:pPr>
              <a:lnSpc>
                <a:spcPct val="115000"/>
              </a:lnSpc>
              <a:spcAft>
                <a:spcPts val="1000"/>
              </a:spcAft>
            </a:pPr>
            <a:endParaRPr lang="en-US" sz="1400" dirty="0">
              <a:effectLst/>
              <a:latin typeface="Calibri" panose="020F0502020204030204" pitchFamily="34" charset="0"/>
              <a:ea typeface="Calibri" panose="020F0502020204030204" pitchFamily="34" charset="0"/>
              <a:cs typeface="Arial" panose="020B0604020202020204" pitchFamily="34" charset="0"/>
            </a:endParaRPr>
          </a:p>
          <a:p>
            <a:pPr>
              <a:lnSpc>
                <a:spcPct val="115000"/>
              </a:lnSpc>
              <a:spcAft>
                <a:spcPts val="1000"/>
              </a:spcAft>
            </a:pPr>
            <a:endParaRPr lang="en-US" sz="1400" dirty="0">
              <a:effectLst/>
              <a:latin typeface="Calibri" panose="020F0502020204030204" pitchFamily="34" charset="0"/>
              <a:ea typeface="Calibri" panose="020F0502020204030204" pitchFamily="34" charset="0"/>
              <a:cs typeface="Arial" panose="020B0604020202020204" pitchFamily="34" charset="0"/>
            </a:endParaRPr>
          </a:p>
        </p:txBody>
      </p:sp>
      <p:cxnSp>
        <p:nvCxnSpPr>
          <p:cNvPr id="5" name="Connector: Curved 4">
            <a:extLst>
              <a:ext uri="{FF2B5EF4-FFF2-40B4-BE49-F238E27FC236}">
                <a16:creationId xmlns:a16="http://schemas.microsoft.com/office/drawing/2014/main" id="{B3452697-2C1B-42AB-904B-ABB980B86D4F}"/>
              </a:ext>
            </a:extLst>
          </p:cNvPr>
          <p:cNvCxnSpPr>
            <a:cxnSpLocks/>
          </p:cNvCxnSpPr>
          <p:nvPr/>
        </p:nvCxnSpPr>
        <p:spPr>
          <a:xfrm flipV="1">
            <a:off x="3649133" y="1710267"/>
            <a:ext cx="785909" cy="718298"/>
          </a:xfrm>
          <a:prstGeom prst="curvedConnector3">
            <a:avLst>
              <a:gd name="adj1" fmla="val 50000"/>
            </a:avLst>
          </a:prstGeom>
          <a:ln>
            <a:solidFill>
              <a:schemeClr val="bg1">
                <a:lumMod val="10000"/>
              </a:schemeClr>
            </a:solidFill>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5219173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30">
          <a:extLst>
            <a:ext uri="{FF2B5EF4-FFF2-40B4-BE49-F238E27FC236}">
              <a16:creationId xmlns:a16="http://schemas.microsoft.com/office/drawing/2014/main" id="{9A5ED0BF-FDA0-1E3D-4DCD-229C8B1D2645}"/>
            </a:ext>
          </a:extLst>
        </p:cNvPr>
        <p:cNvGrpSpPr/>
        <p:nvPr/>
      </p:nvGrpSpPr>
      <p:grpSpPr>
        <a:xfrm>
          <a:off x="0" y="0"/>
          <a:ext cx="0" cy="0"/>
          <a:chOff x="0" y="0"/>
          <a:chExt cx="0" cy="0"/>
        </a:xfrm>
      </p:grpSpPr>
      <p:sp>
        <p:nvSpPr>
          <p:cNvPr id="1531" name="Google Shape;1531;p39">
            <a:extLst>
              <a:ext uri="{FF2B5EF4-FFF2-40B4-BE49-F238E27FC236}">
                <a16:creationId xmlns:a16="http://schemas.microsoft.com/office/drawing/2014/main" id="{9077081B-E452-A840-872F-E5B819AC6848}"/>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algn="ctr" rtl="0" fontAlgn="base"/>
            <a:r>
              <a:rPr lang="en-US" sz="2400" b="1" dirty="0">
                <a:solidFill>
                  <a:schemeClr val="dk2"/>
                </a:solidFill>
                <a:latin typeface="IBM Plex Mono"/>
                <a:sym typeface="IBM Plex Mono"/>
              </a:rPr>
              <a:t>Project Implementation with output screenshots </a:t>
            </a:r>
            <a:br>
              <a:rPr lang="en-US" sz="2400" b="1" dirty="0">
                <a:solidFill>
                  <a:schemeClr val="dk2"/>
                </a:solidFill>
                <a:latin typeface="IBM Plex Mono"/>
                <a:sym typeface="IBM Plex Mono"/>
              </a:rPr>
            </a:br>
            <a:br>
              <a:rPr lang="en-US" sz="2400" b="1" dirty="0">
                <a:solidFill>
                  <a:schemeClr val="dk2"/>
                </a:solidFill>
                <a:latin typeface="IBM Plex Mono"/>
                <a:sym typeface="IBM Plex Mono"/>
              </a:rPr>
            </a:br>
            <a:endParaRPr lang="en-US" sz="2400" b="1" i="0" dirty="0">
              <a:solidFill>
                <a:schemeClr val="tx1">
                  <a:lumMod val="90000"/>
                  <a:lumOff val="10000"/>
                </a:schemeClr>
              </a:solidFill>
              <a:effectLst/>
              <a:latin typeface="Segoe UI" panose="020B0502040204020203" pitchFamily="34" charset="0"/>
            </a:endParaRPr>
          </a:p>
        </p:txBody>
      </p:sp>
      <p:grpSp>
        <p:nvGrpSpPr>
          <p:cNvPr id="1534" name="Google Shape;1534;p39">
            <a:extLst>
              <a:ext uri="{FF2B5EF4-FFF2-40B4-BE49-F238E27FC236}">
                <a16:creationId xmlns:a16="http://schemas.microsoft.com/office/drawing/2014/main" id="{9461625C-32B2-4791-CF81-5CDA648E1AEC}"/>
              </a:ext>
            </a:extLst>
          </p:cNvPr>
          <p:cNvGrpSpPr/>
          <p:nvPr/>
        </p:nvGrpSpPr>
        <p:grpSpPr>
          <a:xfrm>
            <a:off x="-123925" y="4132283"/>
            <a:ext cx="4558967" cy="1141122"/>
            <a:chOff x="-123925" y="4132283"/>
            <a:chExt cx="4558967" cy="1141122"/>
          </a:xfrm>
        </p:grpSpPr>
        <p:grpSp>
          <p:nvGrpSpPr>
            <p:cNvPr id="1535" name="Google Shape;1535;p39">
              <a:extLst>
                <a:ext uri="{FF2B5EF4-FFF2-40B4-BE49-F238E27FC236}">
                  <a16:creationId xmlns:a16="http://schemas.microsoft.com/office/drawing/2014/main" id="{DCDADBBE-328F-0529-2F20-93B691BBA519}"/>
                </a:ext>
              </a:extLst>
            </p:cNvPr>
            <p:cNvGrpSpPr/>
            <p:nvPr/>
          </p:nvGrpSpPr>
          <p:grpSpPr>
            <a:xfrm>
              <a:off x="-2" y="4132283"/>
              <a:ext cx="2308406" cy="1141122"/>
              <a:chOff x="-2" y="4132283"/>
              <a:chExt cx="2308406" cy="1141122"/>
            </a:xfrm>
          </p:grpSpPr>
          <p:sp>
            <p:nvSpPr>
              <p:cNvPr id="1536" name="Google Shape;1536;p39">
                <a:extLst>
                  <a:ext uri="{FF2B5EF4-FFF2-40B4-BE49-F238E27FC236}">
                    <a16:creationId xmlns:a16="http://schemas.microsoft.com/office/drawing/2014/main" id="{D667ABDC-B1C1-D8CB-4D17-3E1BB88E37EA}"/>
                  </a:ext>
                </a:extLst>
              </p:cNvPr>
              <p:cNvSpPr/>
              <p:nvPr/>
            </p:nvSpPr>
            <p:spPr>
              <a:xfrm rot="5400000">
                <a:off x="663005" y="3628622"/>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1537;p39">
                <a:extLst>
                  <a:ext uri="{FF2B5EF4-FFF2-40B4-BE49-F238E27FC236}">
                    <a16:creationId xmlns:a16="http://schemas.microsoft.com/office/drawing/2014/main" id="{A2603205-CDE6-AFF6-0A16-9B41318A4E35}"/>
                  </a:ext>
                </a:extLst>
              </p:cNvPr>
              <p:cNvSpPr/>
              <p:nvPr/>
            </p:nvSpPr>
            <p:spPr>
              <a:xfrm rot="5400000">
                <a:off x="663620" y="3469276"/>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8" name="Google Shape;1538;p39">
              <a:extLst>
                <a:ext uri="{FF2B5EF4-FFF2-40B4-BE49-F238E27FC236}">
                  <a16:creationId xmlns:a16="http://schemas.microsoft.com/office/drawing/2014/main" id="{38C905EB-5986-796A-84C9-07CEADE3AFC9}"/>
                </a:ext>
              </a:extLst>
            </p:cNvPr>
            <p:cNvGrpSpPr/>
            <p:nvPr/>
          </p:nvGrpSpPr>
          <p:grpSpPr>
            <a:xfrm>
              <a:off x="-123925" y="4386226"/>
              <a:ext cx="4558967" cy="134100"/>
              <a:chOff x="796100" y="3019701"/>
              <a:chExt cx="4558967" cy="134100"/>
            </a:xfrm>
          </p:grpSpPr>
          <p:sp>
            <p:nvSpPr>
              <p:cNvPr id="1539" name="Google Shape;1539;p39">
                <a:extLst>
                  <a:ext uri="{FF2B5EF4-FFF2-40B4-BE49-F238E27FC236}">
                    <a16:creationId xmlns:a16="http://schemas.microsoft.com/office/drawing/2014/main" id="{7474A0B7-D0E5-A76D-F163-1A04280B0638}"/>
                  </a:ext>
                </a:extLst>
              </p:cNvPr>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540" name="Google Shape;1540;p39">
                <a:extLst>
                  <a:ext uri="{FF2B5EF4-FFF2-40B4-BE49-F238E27FC236}">
                    <a16:creationId xmlns:a16="http://schemas.microsoft.com/office/drawing/2014/main" id="{57332C99-B7DD-9F1A-7DE8-DF430669565A}"/>
                  </a:ext>
                </a:extLst>
              </p:cNvPr>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541" name="Google Shape;1541;p39">
                <a:extLst>
                  <a:ext uri="{FF2B5EF4-FFF2-40B4-BE49-F238E27FC236}">
                    <a16:creationId xmlns:a16="http://schemas.microsoft.com/office/drawing/2014/main" id="{9ECE7636-4F46-ABEF-8174-3C3CD9C6EB11}"/>
                  </a:ext>
                </a:extLst>
              </p:cNvPr>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 name="TextBox 1">
            <a:extLst>
              <a:ext uri="{FF2B5EF4-FFF2-40B4-BE49-F238E27FC236}">
                <a16:creationId xmlns:a16="http://schemas.microsoft.com/office/drawing/2014/main" id="{7D1D9E79-D918-3B7C-7501-B6C14C0F4DC2}"/>
              </a:ext>
            </a:extLst>
          </p:cNvPr>
          <p:cNvSpPr txBox="1"/>
          <p:nvPr/>
        </p:nvSpPr>
        <p:spPr>
          <a:xfrm>
            <a:off x="5217893" y="1495726"/>
            <a:ext cx="2071907" cy="1701300"/>
          </a:xfrm>
          <a:prstGeom prst="rect">
            <a:avLst/>
          </a:prstGeom>
          <a:noFill/>
        </p:spPr>
        <p:txBody>
          <a:bodyPr wrap="square">
            <a:spAutoFit/>
          </a:bodyPr>
          <a:lstStyle/>
          <a:p>
            <a:pPr>
              <a:lnSpc>
                <a:spcPct val="115000"/>
              </a:lnSpc>
              <a:spcAft>
                <a:spcPts val="1000"/>
              </a:spcAft>
            </a:pPr>
            <a:r>
              <a:rPr lang="en-US" sz="1400" dirty="0" err="1">
                <a:effectLst/>
                <a:latin typeface="Calibri" panose="020F0502020204030204" pitchFamily="34" charset="0"/>
                <a:ea typeface="Calibri" panose="020F0502020204030204" pitchFamily="34" charset="0"/>
                <a:cs typeface="Arial" panose="020B0604020202020204" pitchFamily="34" charset="0"/>
              </a:rPr>
              <a:t>ShiftRight</a:t>
            </a:r>
            <a:r>
              <a:rPr lang="en-US" sz="1400" dirty="0">
                <a:effectLst/>
                <a:latin typeface="Calibri" panose="020F0502020204030204" pitchFamily="34" charset="0"/>
                <a:ea typeface="Calibri" panose="020F0502020204030204" pitchFamily="34" charset="0"/>
                <a:cs typeface="Arial" panose="020B0604020202020204" pitchFamily="34" charset="0"/>
              </a:rPr>
              <a:t>:</a:t>
            </a:r>
          </a:p>
          <a:p>
            <a:pPr>
              <a:lnSpc>
                <a:spcPct val="115000"/>
              </a:lnSpc>
              <a:spcAft>
                <a:spcPts val="1000"/>
              </a:spcAft>
            </a:pPr>
            <a:r>
              <a:rPr lang="en-US" sz="1400" dirty="0">
                <a:effectLst/>
                <a:latin typeface="Calibri" panose="020F0502020204030204" pitchFamily="34" charset="0"/>
                <a:ea typeface="Calibri" panose="020F0502020204030204" pitchFamily="34" charset="0"/>
                <a:cs typeface="Arial" panose="020B0604020202020204" pitchFamily="34" charset="0"/>
              </a:rPr>
              <a:t>    mov [di + 2], dx        </a:t>
            </a:r>
          </a:p>
          <a:p>
            <a:pPr>
              <a:lnSpc>
                <a:spcPct val="115000"/>
              </a:lnSpc>
              <a:spcAft>
                <a:spcPts val="1000"/>
              </a:spcAft>
            </a:pPr>
            <a:r>
              <a:rPr lang="en-US" sz="1400" dirty="0">
                <a:effectLst/>
                <a:latin typeface="Calibri" panose="020F0502020204030204" pitchFamily="34" charset="0"/>
                <a:ea typeface="Calibri" panose="020F0502020204030204" pitchFamily="34" charset="0"/>
                <a:cs typeface="Arial" panose="020B0604020202020204" pitchFamily="34" charset="0"/>
              </a:rPr>
              <a:t>    add di, 2               </a:t>
            </a:r>
          </a:p>
          <a:p>
            <a:pPr>
              <a:lnSpc>
                <a:spcPct val="115000"/>
              </a:lnSpc>
              <a:spcAft>
                <a:spcPts val="1000"/>
              </a:spcAft>
            </a:pPr>
            <a:r>
              <a:rPr lang="en-US" sz="1400" dirty="0">
                <a:effectLst/>
                <a:latin typeface="Calibri" panose="020F0502020204030204" pitchFamily="34" charset="0"/>
                <a:ea typeface="Calibri" panose="020F0502020204030204" pitchFamily="34" charset="0"/>
                <a:cs typeface="Arial" panose="020B0604020202020204" pitchFamily="34" charset="0"/>
              </a:rPr>
              <a:t>    </a:t>
            </a:r>
            <a:r>
              <a:rPr lang="en-US" sz="1400" dirty="0" err="1">
                <a:effectLst/>
                <a:latin typeface="Calibri" panose="020F0502020204030204" pitchFamily="34" charset="0"/>
                <a:ea typeface="Calibri" panose="020F0502020204030204" pitchFamily="34" charset="0"/>
                <a:cs typeface="Arial" panose="020B0604020202020204" pitchFamily="34" charset="0"/>
              </a:rPr>
              <a:t>jmp</a:t>
            </a:r>
            <a:r>
              <a:rPr lang="en-US" sz="1400" dirty="0">
                <a:effectLst/>
                <a:latin typeface="Calibri" panose="020F0502020204030204" pitchFamily="34" charset="0"/>
                <a:ea typeface="Calibri" panose="020F0502020204030204" pitchFamily="34" charset="0"/>
                <a:cs typeface="Arial" panose="020B0604020202020204" pitchFamily="34" charset="0"/>
              </a:rPr>
              <a:t> </a:t>
            </a:r>
            <a:r>
              <a:rPr lang="en-US" sz="1400" dirty="0" err="1">
                <a:effectLst/>
                <a:latin typeface="Calibri" panose="020F0502020204030204" pitchFamily="34" charset="0"/>
                <a:ea typeface="Calibri" panose="020F0502020204030204" pitchFamily="34" charset="0"/>
                <a:cs typeface="Arial" panose="020B0604020202020204" pitchFamily="34" charset="0"/>
              </a:rPr>
              <a:t>FindPosition</a:t>
            </a:r>
            <a:r>
              <a:rPr lang="en-US" sz="1400" dirty="0">
                <a:effectLst/>
                <a:latin typeface="Calibri" panose="020F0502020204030204" pitchFamily="34" charset="0"/>
                <a:ea typeface="Calibri" panose="020F0502020204030204" pitchFamily="34" charset="0"/>
                <a:cs typeface="Arial" panose="020B0604020202020204" pitchFamily="34" charset="0"/>
              </a:rPr>
              <a:t> 		</a:t>
            </a:r>
          </a:p>
        </p:txBody>
      </p:sp>
      <p:sp>
        <p:nvSpPr>
          <p:cNvPr id="3" name="TextBox 2">
            <a:extLst>
              <a:ext uri="{FF2B5EF4-FFF2-40B4-BE49-F238E27FC236}">
                <a16:creationId xmlns:a16="http://schemas.microsoft.com/office/drawing/2014/main" id="{368DD870-A8D0-7AAA-5BCA-305C9FBEDEDA}"/>
              </a:ext>
            </a:extLst>
          </p:cNvPr>
          <p:cNvSpPr txBox="1"/>
          <p:nvPr/>
        </p:nvSpPr>
        <p:spPr>
          <a:xfrm>
            <a:off x="1964268" y="1513795"/>
            <a:ext cx="1574800" cy="5589543"/>
          </a:xfrm>
          <a:prstGeom prst="rect">
            <a:avLst/>
          </a:prstGeom>
          <a:noFill/>
        </p:spPr>
        <p:txBody>
          <a:bodyPr wrap="square">
            <a:spAutoFit/>
          </a:bodyPr>
          <a:lstStyle/>
          <a:p>
            <a:pPr>
              <a:lnSpc>
                <a:spcPct val="115000"/>
              </a:lnSpc>
              <a:spcAft>
                <a:spcPts val="1000"/>
              </a:spcAft>
            </a:pPr>
            <a:r>
              <a:rPr lang="en-US" sz="1400" dirty="0" err="1">
                <a:effectLst/>
                <a:latin typeface="Calibri" panose="020F0502020204030204" pitchFamily="34" charset="0"/>
                <a:ea typeface="Calibri" panose="020F0502020204030204" pitchFamily="34" charset="0"/>
                <a:cs typeface="Arial" panose="020B0604020202020204" pitchFamily="34" charset="0"/>
              </a:rPr>
              <a:t>FindPosition</a:t>
            </a:r>
            <a:r>
              <a:rPr lang="en-US" sz="1400" dirty="0">
                <a:effectLst/>
                <a:latin typeface="Calibri" panose="020F0502020204030204" pitchFamily="34" charset="0"/>
                <a:ea typeface="Calibri" panose="020F0502020204030204" pitchFamily="34" charset="0"/>
                <a:cs typeface="Arial" panose="020B0604020202020204" pitchFamily="34" charset="0"/>
              </a:rPr>
              <a:t>:</a:t>
            </a:r>
          </a:p>
          <a:p>
            <a:pPr>
              <a:lnSpc>
                <a:spcPct val="115000"/>
              </a:lnSpc>
              <a:spcAft>
                <a:spcPts val="1000"/>
              </a:spcAft>
            </a:pPr>
            <a:r>
              <a:rPr lang="en-US" sz="1400" dirty="0">
                <a:effectLst/>
                <a:latin typeface="Calibri" panose="020F0502020204030204" pitchFamily="34" charset="0"/>
                <a:ea typeface="Calibri" panose="020F0502020204030204" pitchFamily="34" charset="0"/>
                <a:cs typeface="Arial" panose="020B0604020202020204" pitchFamily="34" charset="0"/>
              </a:rPr>
              <a:t>    </a:t>
            </a:r>
            <a:r>
              <a:rPr lang="en-US" sz="1400" dirty="0" err="1">
                <a:effectLst/>
                <a:latin typeface="Calibri" panose="020F0502020204030204" pitchFamily="34" charset="0"/>
                <a:ea typeface="Calibri" panose="020F0502020204030204" pitchFamily="34" charset="0"/>
                <a:cs typeface="Arial" panose="020B0604020202020204" pitchFamily="34" charset="0"/>
              </a:rPr>
              <a:t>cmp</a:t>
            </a:r>
            <a:r>
              <a:rPr lang="en-US" sz="1400" dirty="0">
                <a:effectLst/>
                <a:latin typeface="Calibri" panose="020F0502020204030204" pitchFamily="34" charset="0"/>
                <a:ea typeface="Calibri" panose="020F0502020204030204" pitchFamily="34" charset="0"/>
                <a:cs typeface="Arial" panose="020B0604020202020204" pitchFamily="34" charset="0"/>
              </a:rPr>
              <a:t> di, sort + 20       </a:t>
            </a:r>
          </a:p>
          <a:p>
            <a:pPr>
              <a:lnSpc>
                <a:spcPct val="115000"/>
              </a:lnSpc>
              <a:spcAft>
                <a:spcPts val="1000"/>
              </a:spcAft>
            </a:pPr>
            <a:r>
              <a:rPr lang="en-US" sz="1400" dirty="0">
                <a:effectLst/>
                <a:latin typeface="Calibri" panose="020F0502020204030204" pitchFamily="34" charset="0"/>
                <a:ea typeface="Calibri" panose="020F0502020204030204" pitchFamily="34" charset="0"/>
                <a:cs typeface="Arial" panose="020B0604020202020204" pitchFamily="34" charset="0"/>
              </a:rPr>
              <a:t>    </a:t>
            </a:r>
            <a:r>
              <a:rPr lang="en-US" sz="1400" dirty="0" err="1">
                <a:effectLst/>
                <a:latin typeface="Calibri" panose="020F0502020204030204" pitchFamily="34" charset="0"/>
                <a:ea typeface="Calibri" panose="020F0502020204030204" pitchFamily="34" charset="0"/>
                <a:cs typeface="Arial" panose="020B0604020202020204" pitchFamily="34" charset="0"/>
              </a:rPr>
              <a:t>jge</a:t>
            </a:r>
            <a:r>
              <a:rPr lang="en-US" sz="1400" dirty="0">
                <a:effectLst/>
                <a:latin typeface="Calibri" panose="020F0502020204030204" pitchFamily="34" charset="0"/>
                <a:ea typeface="Calibri" panose="020F0502020204030204" pitchFamily="34" charset="0"/>
                <a:cs typeface="Arial" panose="020B0604020202020204" pitchFamily="34" charset="0"/>
              </a:rPr>
              <a:t> </a:t>
            </a:r>
            <a:r>
              <a:rPr lang="en-US" sz="1400" dirty="0" err="1">
                <a:effectLst/>
                <a:latin typeface="Calibri" panose="020F0502020204030204" pitchFamily="34" charset="0"/>
                <a:ea typeface="Calibri" panose="020F0502020204030204" pitchFamily="34" charset="0"/>
                <a:cs typeface="Arial" panose="020B0604020202020204" pitchFamily="34" charset="0"/>
              </a:rPr>
              <a:t>InsertValue</a:t>
            </a:r>
            <a:r>
              <a:rPr lang="en-US" sz="1400" dirty="0">
                <a:effectLst/>
                <a:latin typeface="Calibri" panose="020F0502020204030204" pitchFamily="34" charset="0"/>
                <a:ea typeface="Calibri" panose="020F0502020204030204" pitchFamily="34" charset="0"/>
                <a:cs typeface="Arial" panose="020B0604020202020204" pitchFamily="34" charset="0"/>
              </a:rPr>
              <a:t>         </a:t>
            </a:r>
          </a:p>
          <a:p>
            <a:pPr>
              <a:lnSpc>
                <a:spcPct val="115000"/>
              </a:lnSpc>
              <a:spcAft>
                <a:spcPts val="1000"/>
              </a:spcAft>
            </a:pPr>
            <a:endParaRPr lang="en-US" sz="1400" dirty="0">
              <a:effectLst/>
              <a:latin typeface="Calibri" panose="020F0502020204030204" pitchFamily="34" charset="0"/>
              <a:ea typeface="Calibri" panose="020F0502020204030204" pitchFamily="34" charset="0"/>
              <a:cs typeface="Arial" panose="020B0604020202020204" pitchFamily="34" charset="0"/>
            </a:endParaRPr>
          </a:p>
          <a:p>
            <a:pPr>
              <a:lnSpc>
                <a:spcPct val="115000"/>
              </a:lnSpc>
              <a:spcAft>
                <a:spcPts val="1000"/>
              </a:spcAft>
            </a:pPr>
            <a:r>
              <a:rPr lang="en-US" sz="1400" dirty="0">
                <a:effectLst/>
                <a:latin typeface="Calibri" panose="020F0502020204030204" pitchFamily="34" charset="0"/>
                <a:ea typeface="Calibri" panose="020F0502020204030204" pitchFamily="34" charset="0"/>
                <a:cs typeface="Arial" panose="020B0604020202020204" pitchFamily="34" charset="0"/>
              </a:rPr>
              <a:t>    mov dx, [di]            </a:t>
            </a:r>
          </a:p>
          <a:p>
            <a:pPr>
              <a:lnSpc>
                <a:spcPct val="115000"/>
              </a:lnSpc>
              <a:spcAft>
                <a:spcPts val="1000"/>
              </a:spcAft>
            </a:pPr>
            <a:r>
              <a:rPr lang="en-US" sz="1400" dirty="0">
                <a:effectLst/>
                <a:latin typeface="Calibri" panose="020F0502020204030204" pitchFamily="34" charset="0"/>
                <a:ea typeface="Calibri" panose="020F0502020204030204" pitchFamily="34" charset="0"/>
                <a:cs typeface="Arial" panose="020B0604020202020204" pitchFamily="34" charset="0"/>
              </a:rPr>
              <a:t>    </a:t>
            </a:r>
            <a:r>
              <a:rPr lang="en-US" sz="1400" dirty="0" err="1">
                <a:effectLst/>
                <a:latin typeface="Calibri" panose="020F0502020204030204" pitchFamily="34" charset="0"/>
                <a:ea typeface="Calibri" panose="020F0502020204030204" pitchFamily="34" charset="0"/>
                <a:cs typeface="Arial" panose="020B0604020202020204" pitchFamily="34" charset="0"/>
              </a:rPr>
              <a:t>cmp</a:t>
            </a:r>
            <a:r>
              <a:rPr lang="en-US" sz="1400" dirty="0">
                <a:effectLst/>
                <a:latin typeface="Calibri" panose="020F0502020204030204" pitchFamily="34" charset="0"/>
                <a:ea typeface="Calibri" panose="020F0502020204030204" pitchFamily="34" charset="0"/>
                <a:cs typeface="Arial" panose="020B0604020202020204" pitchFamily="34" charset="0"/>
              </a:rPr>
              <a:t> dx, ax              </a:t>
            </a:r>
          </a:p>
          <a:p>
            <a:pPr>
              <a:lnSpc>
                <a:spcPct val="115000"/>
              </a:lnSpc>
              <a:spcAft>
                <a:spcPts val="1000"/>
              </a:spcAft>
            </a:pPr>
            <a:r>
              <a:rPr lang="en-US" sz="1400" dirty="0">
                <a:effectLst/>
                <a:latin typeface="Calibri" panose="020F0502020204030204" pitchFamily="34" charset="0"/>
                <a:ea typeface="Calibri" panose="020F0502020204030204" pitchFamily="34" charset="0"/>
                <a:cs typeface="Arial" panose="020B0604020202020204" pitchFamily="34" charset="0"/>
              </a:rPr>
              <a:t>    </a:t>
            </a:r>
            <a:r>
              <a:rPr lang="en-US" sz="1400" dirty="0" err="1">
                <a:effectLst/>
                <a:latin typeface="Calibri" panose="020F0502020204030204" pitchFamily="34" charset="0"/>
                <a:ea typeface="Calibri" panose="020F0502020204030204" pitchFamily="34" charset="0"/>
                <a:cs typeface="Arial" panose="020B0604020202020204" pitchFamily="34" charset="0"/>
              </a:rPr>
              <a:t>jl</a:t>
            </a:r>
            <a:r>
              <a:rPr lang="en-US" sz="1400" dirty="0">
                <a:effectLst/>
                <a:latin typeface="Calibri" panose="020F0502020204030204" pitchFamily="34" charset="0"/>
                <a:ea typeface="Calibri" panose="020F0502020204030204" pitchFamily="34" charset="0"/>
                <a:cs typeface="Arial" panose="020B0604020202020204" pitchFamily="34" charset="0"/>
              </a:rPr>
              <a:t>  </a:t>
            </a:r>
            <a:r>
              <a:rPr lang="en-US" sz="1400" dirty="0" err="1">
                <a:effectLst/>
                <a:latin typeface="Calibri" panose="020F0502020204030204" pitchFamily="34" charset="0"/>
                <a:ea typeface="Calibri" panose="020F0502020204030204" pitchFamily="34" charset="0"/>
                <a:cs typeface="Arial" panose="020B0604020202020204" pitchFamily="34" charset="0"/>
              </a:rPr>
              <a:t>ShiftRight</a:t>
            </a:r>
            <a:r>
              <a:rPr lang="en-US" sz="1400" dirty="0">
                <a:effectLst/>
                <a:latin typeface="Calibri" panose="020F0502020204030204" pitchFamily="34" charset="0"/>
                <a:ea typeface="Calibri" panose="020F0502020204030204" pitchFamily="34" charset="0"/>
                <a:cs typeface="Arial" panose="020B0604020202020204" pitchFamily="34" charset="0"/>
              </a:rPr>
              <a:t>          </a:t>
            </a:r>
          </a:p>
          <a:p>
            <a:pPr>
              <a:lnSpc>
                <a:spcPct val="115000"/>
              </a:lnSpc>
              <a:spcAft>
                <a:spcPts val="1000"/>
              </a:spcAft>
            </a:pPr>
            <a:r>
              <a:rPr lang="en-US" sz="1400" dirty="0">
                <a:effectLst/>
                <a:latin typeface="Calibri" panose="020F0502020204030204" pitchFamily="34" charset="0"/>
                <a:ea typeface="Calibri" panose="020F0502020204030204" pitchFamily="34" charset="0"/>
                <a:cs typeface="Arial" panose="020B0604020202020204" pitchFamily="34" charset="0"/>
              </a:rPr>
              <a:t>    </a:t>
            </a:r>
            <a:r>
              <a:rPr lang="en-US" sz="1400" dirty="0" err="1">
                <a:effectLst/>
                <a:latin typeface="Calibri" panose="020F0502020204030204" pitchFamily="34" charset="0"/>
                <a:ea typeface="Calibri" panose="020F0502020204030204" pitchFamily="34" charset="0"/>
                <a:cs typeface="Arial" panose="020B0604020202020204" pitchFamily="34" charset="0"/>
              </a:rPr>
              <a:t>jmp</a:t>
            </a:r>
            <a:r>
              <a:rPr lang="en-US" sz="1400" dirty="0">
                <a:effectLst/>
                <a:latin typeface="Calibri" panose="020F0502020204030204" pitchFamily="34" charset="0"/>
                <a:ea typeface="Calibri" panose="020F0502020204030204" pitchFamily="34" charset="0"/>
                <a:cs typeface="Arial" panose="020B0604020202020204" pitchFamily="34" charset="0"/>
              </a:rPr>
              <a:t> </a:t>
            </a:r>
            <a:r>
              <a:rPr lang="en-US" sz="1400" dirty="0" err="1">
                <a:effectLst/>
                <a:latin typeface="Calibri" panose="020F0502020204030204" pitchFamily="34" charset="0"/>
                <a:ea typeface="Calibri" panose="020F0502020204030204" pitchFamily="34" charset="0"/>
                <a:cs typeface="Arial" panose="020B0604020202020204" pitchFamily="34" charset="0"/>
              </a:rPr>
              <a:t>InsertValue</a:t>
            </a:r>
            <a:r>
              <a:rPr lang="en-US" sz="1400" dirty="0">
                <a:effectLst/>
                <a:latin typeface="Calibri" panose="020F0502020204030204" pitchFamily="34" charset="0"/>
                <a:ea typeface="Calibri" panose="020F0502020204030204" pitchFamily="34" charset="0"/>
                <a:cs typeface="Arial" panose="020B0604020202020204" pitchFamily="34" charset="0"/>
              </a:rPr>
              <a:t>         </a:t>
            </a:r>
          </a:p>
          <a:p>
            <a:pPr>
              <a:lnSpc>
                <a:spcPct val="115000"/>
              </a:lnSpc>
              <a:spcAft>
                <a:spcPts val="1000"/>
              </a:spcAft>
            </a:pPr>
            <a:endParaRPr lang="en-US" sz="1400" dirty="0">
              <a:effectLst/>
              <a:latin typeface="Calibri" panose="020F0502020204030204" pitchFamily="34" charset="0"/>
              <a:ea typeface="Calibri" panose="020F0502020204030204" pitchFamily="34" charset="0"/>
              <a:cs typeface="Arial" panose="020B0604020202020204" pitchFamily="34" charset="0"/>
            </a:endParaRPr>
          </a:p>
          <a:p>
            <a:pPr>
              <a:lnSpc>
                <a:spcPct val="115000"/>
              </a:lnSpc>
              <a:spcAft>
                <a:spcPts val="1000"/>
              </a:spcAft>
            </a:pPr>
            <a:endParaRPr lang="en-US" sz="1400" dirty="0">
              <a:effectLst/>
              <a:latin typeface="Calibri" panose="020F0502020204030204" pitchFamily="34" charset="0"/>
              <a:ea typeface="Calibri" panose="020F0502020204030204" pitchFamily="34" charset="0"/>
              <a:cs typeface="Arial" panose="020B0604020202020204" pitchFamily="34" charset="0"/>
            </a:endParaRPr>
          </a:p>
          <a:p>
            <a:pPr>
              <a:lnSpc>
                <a:spcPct val="115000"/>
              </a:lnSpc>
              <a:spcAft>
                <a:spcPts val="1000"/>
              </a:spcAft>
            </a:pPr>
            <a:endParaRPr lang="en-US" sz="1400" dirty="0">
              <a:effectLst/>
              <a:latin typeface="Calibri" panose="020F0502020204030204" pitchFamily="34" charset="0"/>
              <a:ea typeface="Calibri" panose="020F0502020204030204" pitchFamily="34" charset="0"/>
              <a:cs typeface="Arial" panose="020B0604020202020204" pitchFamily="34" charset="0"/>
            </a:endParaRPr>
          </a:p>
          <a:p>
            <a:pPr>
              <a:lnSpc>
                <a:spcPct val="115000"/>
              </a:lnSpc>
              <a:spcAft>
                <a:spcPts val="1000"/>
              </a:spcAft>
            </a:pPr>
            <a:r>
              <a:rPr lang="en-US" sz="1400" dirty="0">
                <a:effectLst/>
                <a:latin typeface="Calibri" panose="020F0502020204030204" pitchFamily="34" charset="0"/>
                <a:ea typeface="Calibri" panose="020F0502020204030204" pitchFamily="34" charset="0"/>
                <a:cs typeface="Arial" panose="020B0604020202020204" pitchFamily="34" charset="0"/>
              </a:rPr>
              <a:t>	</a:t>
            </a:r>
          </a:p>
          <a:p>
            <a:pPr>
              <a:lnSpc>
                <a:spcPct val="115000"/>
              </a:lnSpc>
              <a:spcAft>
                <a:spcPts val="1000"/>
              </a:spcAft>
            </a:pPr>
            <a:endParaRPr lang="en-US" sz="1400" dirty="0">
              <a:effectLst/>
              <a:latin typeface="Calibri" panose="020F0502020204030204" pitchFamily="34" charset="0"/>
              <a:ea typeface="Calibri" panose="020F0502020204030204" pitchFamily="34" charset="0"/>
              <a:cs typeface="Arial" panose="020B0604020202020204" pitchFamily="34" charset="0"/>
            </a:endParaRPr>
          </a:p>
          <a:p>
            <a:pPr>
              <a:lnSpc>
                <a:spcPct val="115000"/>
              </a:lnSpc>
              <a:spcAft>
                <a:spcPts val="1000"/>
              </a:spcAft>
            </a:pPr>
            <a:endParaRPr lang="en-US" sz="1400" dirty="0">
              <a:effectLst/>
              <a:latin typeface="Calibri" panose="020F0502020204030204" pitchFamily="34" charset="0"/>
              <a:ea typeface="Calibri" panose="020F0502020204030204" pitchFamily="34" charset="0"/>
              <a:cs typeface="Arial" panose="020B0604020202020204" pitchFamily="34" charset="0"/>
            </a:endParaRPr>
          </a:p>
          <a:p>
            <a:pPr>
              <a:lnSpc>
                <a:spcPct val="115000"/>
              </a:lnSpc>
              <a:spcAft>
                <a:spcPts val="1000"/>
              </a:spcAft>
            </a:pPr>
            <a:endParaRPr lang="en-US" sz="1400" dirty="0">
              <a:effectLst/>
              <a:latin typeface="Calibri" panose="020F0502020204030204" pitchFamily="34" charset="0"/>
              <a:ea typeface="Calibri" panose="020F0502020204030204" pitchFamily="34" charset="0"/>
              <a:cs typeface="Arial" panose="020B0604020202020204" pitchFamily="34" charset="0"/>
            </a:endParaRPr>
          </a:p>
        </p:txBody>
      </p:sp>
      <p:cxnSp>
        <p:nvCxnSpPr>
          <p:cNvPr id="5" name="Connector: Curved 4">
            <a:extLst>
              <a:ext uri="{FF2B5EF4-FFF2-40B4-BE49-F238E27FC236}">
                <a16:creationId xmlns:a16="http://schemas.microsoft.com/office/drawing/2014/main" id="{1CF2492B-A32D-2DB6-C82C-4969F723200B}"/>
              </a:ext>
            </a:extLst>
          </p:cNvPr>
          <p:cNvCxnSpPr>
            <a:cxnSpLocks/>
          </p:cNvCxnSpPr>
          <p:nvPr/>
        </p:nvCxnSpPr>
        <p:spPr>
          <a:xfrm flipV="1">
            <a:off x="3649133" y="1710267"/>
            <a:ext cx="785909" cy="718298"/>
          </a:xfrm>
          <a:prstGeom prst="curvedConnector3">
            <a:avLst>
              <a:gd name="adj1" fmla="val 50000"/>
            </a:avLst>
          </a:prstGeom>
          <a:ln>
            <a:solidFill>
              <a:schemeClr val="bg1">
                <a:lumMod val="10000"/>
              </a:schemeClr>
            </a:solidFill>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7967955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30">
          <a:extLst>
            <a:ext uri="{FF2B5EF4-FFF2-40B4-BE49-F238E27FC236}">
              <a16:creationId xmlns:a16="http://schemas.microsoft.com/office/drawing/2014/main" id="{5DA0C64F-A7BB-D696-430F-BACD9C14DB83}"/>
            </a:ext>
          </a:extLst>
        </p:cNvPr>
        <p:cNvGrpSpPr/>
        <p:nvPr/>
      </p:nvGrpSpPr>
      <p:grpSpPr>
        <a:xfrm>
          <a:off x="0" y="0"/>
          <a:ext cx="0" cy="0"/>
          <a:chOff x="0" y="0"/>
          <a:chExt cx="0" cy="0"/>
        </a:xfrm>
      </p:grpSpPr>
      <p:sp>
        <p:nvSpPr>
          <p:cNvPr id="1531" name="Google Shape;1531;p39">
            <a:extLst>
              <a:ext uri="{FF2B5EF4-FFF2-40B4-BE49-F238E27FC236}">
                <a16:creationId xmlns:a16="http://schemas.microsoft.com/office/drawing/2014/main" id="{F1EC99AD-1E67-9DB0-4613-84E75966AD00}"/>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algn="ctr" rtl="0" fontAlgn="base"/>
            <a:r>
              <a:rPr lang="en-US" sz="2400" b="1" dirty="0">
                <a:solidFill>
                  <a:schemeClr val="dk2"/>
                </a:solidFill>
                <a:latin typeface="IBM Plex Mono"/>
                <a:sym typeface="IBM Plex Mono"/>
              </a:rPr>
              <a:t>Project Implementation with output screenshots </a:t>
            </a:r>
            <a:br>
              <a:rPr lang="en-US" sz="2400" b="1" dirty="0">
                <a:solidFill>
                  <a:schemeClr val="dk2"/>
                </a:solidFill>
                <a:latin typeface="IBM Plex Mono"/>
                <a:sym typeface="IBM Plex Mono"/>
              </a:rPr>
            </a:br>
            <a:br>
              <a:rPr lang="en-US" sz="2400" b="1" dirty="0">
                <a:solidFill>
                  <a:schemeClr val="dk2"/>
                </a:solidFill>
                <a:latin typeface="IBM Plex Mono"/>
                <a:sym typeface="IBM Plex Mono"/>
              </a:rPr>
            </a:br>
            <a:endParaRPr lang="en-US" sz="2400" b="1" i="0" dirty="0">
              <a:solidFill>
                <a:schemeClr val="tx1">
                  <a:lumMod val="90000"/>
                  <a:lumOff val="10000"/>
                </a:schemeClr>
              </a:solidFill>
              <a:effectLst/>
              <a:latin typeface="Segoe UI" panose="020B0502040204020203" pitchFamily="34" charset="0"/>
            </a:endParaRPr>
          </a:p>
        </p:txBody>
      </p:sp>
      <p:grpSp>
        <p:nvGrpSpPr>
          <p:cNvPr id="1534" name="Google Shape;1534;p39">
            <a:extLst>
              <a:ext uri="{FF2B5EF4-FFF2-40B4-BE49-F238E27FC236}">
                <a16:creationId xmlns:a16="http://schemas.microsoft.com/office/drawing/2014/main" id="{41DC7E61-59B0-4FEF-4D4A-9AD90E3A66D0}"/>
              </a:ext>
            </a:extLst>
          </p:cNvPr>
          <p:cNvGrpSpPr/>
          <p:nvPr/>
        </p:nvGrpSpPr>
        <p:grpSpPr>
          <a:xfrm>
            <a:off x="-123925" y="4132283"/>
            <a:ext cx="4558967" cy="1141122"/>
            <a:chOff x="-123925" y="4132283"/>
            <a:chExt cx="4558967" cy="1141122"/>
          </a:xfrm>
        </p:grpSpPr>
        <p:grpSp>
          <p:nvGrpSpPr>
            <p:cNvPr id="1535" name="Google Shape;1535;p39">
              <a:extLst>
                <a:ext uri="{FF2B5EF4-FFF2-40B4-BE49-F238E27FC236}">
                  <a16:creationId xmlns:a16="http://schemas.microsoft.com/office/drawing/2014/main" id="{3101E5E4-E90E-0CF8-BAC6-F9380A7296A3}"/>
                </a:ext>
              </a:extLst>
            </p:cNvPr>
            <p:cNvGrpSpPr/>
            <p:nvPr/>
          </p:nvGrpSpPr>
          <p:grpSpPr>
            <a:xfrm>
              <a:off x="-2" y="4132283"/>
              <a:ext cx="2308406" cy="1141122"/>
              <a:chOff x="-2" y="4132283"/>
              <a:chExt cx="2308406" cy="1141122"/>
            </a:xfrm>
          </p:grpSpPr>
          <p:sp>
            <p:nvSpPr>
              <p:cNvPr id="1536" name="Google Shape;1536;p39">
                <a:extLst>
                  <a:ext uri="{FF2B5EF4-FFF2-40B4-BE49-F238E27FC236}">
                    <a16:creationId xmlns:a16="http://schemas.microsoft.com/office/drawing/2014/main" id="{9CAD402A-E71A-0EF4-0B66-5222E25B0A8D}"/>
                  </a:ext>
                </a:extLst>
              </p:cNvPr>
              <p:cNvSpPr/>
              <p:nvPr/>
            </p:nvSpPr>
            <p:spPr>
              <a:xfrm rot="5400000">
                <a:off x="663005" y="3628622"/>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1537;p39">
                <a:extLst>
                  <a:ext uri="{FF2B5EF4-FFF2-40B4-BE49-F238E27FC236}">
                    <a16:creationId xmlns:a16="http://schemas.microsoft.com/office/drawing/2014/main" id="{729666F4-65AE-924F-5249-492175337593}"/>
                  </a:ext>
                </a:extLst>
              </p:cNvPr>
              <p:cNvSpPr/>
              <p:nvPr/>
            </p:nvSpPr>
            <p:spPr>
              <a:xfrm rot="5400000">
                <a:off x="663620" y="3469276"/>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8" name="Google Shape;1538;p39">
              <a:extLst>
                <a:ext uri="{FF2B5EF4-FFF2-40B4-BE49-F238E27FC236}">
                  <a16:creationId xmlns:a16="http://schemas.microsoft.com/office/drawing/2014/main" id="{A0F20DA2-A039-F555-2BB9-3C2F16FC8DC0}"/>
                </a:ext>
              </a:extLst>
            </p:cNvPr>
            <p:cNvGrpSpPr/>
            <p:nvPr/>
          </p:nvGrpSpPr>
          <p:grpSpPr>
            <a:xfrm>
              <a:off x="-123925" y="4386226"/>
              <a:ext cx="4558967" cy="134100"/>
              <a:chOff x="796100" y="3019701"/>
              <a:chExt cx="4558967" cy="134100"/>
            </a:xfrm>
          </p:grpSpPr>
          <p:sp>
            <p:nvSpPr>
              <p:cNvPr id="1539" name="Google Shape;1539;p39">
                <a:extLst>
                  <a:ext uri="{FF2B5EF4-FFF2-40B4-BE49-F238E27FC236}">
                    <a16:creationId xmlns:a16="http://schemas.microsoft.com/office/drawing/2014/main" id="{80768216-CB5C-4919-AB61-058D5A7F8998}"/>
                  </a:ext>
                </a:extLst>
              </p:cNvPr>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540" name="Google Shape;1540;p39">
                <a:extLst>
                  <a:ext uri="{FF2B5EF4-FFF2-40B4-BE49-F238E27FC236}">
                    <a16:creationId xmlns:a16="http://schemas.microsoft.com/office/drawing/2014/main" id="{0D93D927-84B0-E4C1-70AD-436F3C993D38}"/>
                  </a:ext>
                </a:extLst>
              </p:cNvPr>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541" name="Google Shape;1541;p39">
                <a:extLst>
                  <a:ext uri="{FF2B5EF4-FFF2-40B4-BE49-F238E27FC236}">
                    <a16:creationId xmlns:a16="http://schemas.microsoft.com/office/drawing/2014/main" id="{A92400E1-3354-6DB4-AEA8-1855D8EE7FCA}"/>
                  </a:ext>
                </a:extLst>
              </p:cNvPr>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 name="TextBox 1">
            <a:extLst>
              <a:ext uri="{FF2B5EF4-FFF2-40B4-BE49-F238E27FC236}">
                <a16:creationId xmlns:a16="http://schemas.microsoft.com/office/drawing/2014/main" id="{0624FE1C-C333-B091-287F-72BE46263909}"/>
              </a:ext>
            </a:extLst>
          </p:cNvPr>
          <p:cNvSpPr txBox="1"/>
          <p:nvPr/>
        </p:nvSpPr>
        <p:spPr>
          <a:xfrm>
            <a:off x="5217893" y="1495726"/>
            <a:ext cx="2071907" cy="3709542"/>
          </a:xfrm>
          <a:prstGeom prst="rect">
            <a:avLst/>
          </a:prstGeom>
          <a:noFill/>
        </p:spPr>
        <p:txBody>
          <a:bodyPr wrap="square">
            <a:spAutoFit/>
          </a:bodyPr>
          <a:lstStyle/>
          <a:p>
            <a:pPr>
              <a:lnSpc>
                <a:spcPct val="115000"/>
              </a:lnSpc>
              <a:spcAft>
                <a:spcPts val="1000"/>
              </a:spcAft>
            </a:pPr>
            <a:r>
              <a:rPr lang="en-US" sz="1400" dirty="0">
                <a:effectLst/>
                <a:latin typeface="Calibri" panose="020F0502020204030204" pitchFamily="34" charset="0"/>
                <a:ea typeface="Calibri" panose="020F0502020204030204" pitchFamily="34" charset="0"/>
                <a:cs typeface="Arial" panose="020B0604020202020204" pitchFamily="34" charset="0"/>
              </a:rPr>
              <a:t>start:	</a:t>
            </a:r>
          </a:p>
          <a:p>
            <a:pPr>
              <a:lnSpc>
                <a:spcPct val="115000"/>
              </a:lnSpc>
              <a:spcAft>
                <a:spcPts val="1000"/>
              </a:spcAft>
            </a:pPr>
            <a:r>
              <a:rPr lang="en-US" sz="1400" dirty="0">
                <a:effectLst/>
                <a:latin typeface="Calibri" panose="020F0502020204030204" pitchFamily="34" charset="0"/>
                <a:ea typeface="Calibri" panose="020F0502020204030204" pitchFamily="34" charset="0"/>
                <a:cs typeface="Arial" panose="020B0604020202020204" pitchFamily="34" charset="0"/>
              </a:rPr>
              <a:t>    call  </a:t>
            </a:r>
            <a:r>
              <a:rPr lang="en-US" sz="1400" dirty="0" err="1">
                <a:effectLst/>
                <a:latin typeface="Calibri" panose="020F0502020204030204" pitchFamily="34" charset="0"/>
                <a:ea typeface="Calibri" panose="020F0502020204030204" pitchFamily="34" charset="0"/>
                <a:cs typeface="Arial" panose="020B0604020202020204" pitchFamily="34" charset="0"/>
              </a:rPr>
              <a:t>EvenNum</a:t>
            </a:r>
            <a:endParaRPr lang="en-US" sz="1400" dirty="0">
              <a:effectLst/>
              <a:latin typeface="Calibri" panose="020F0502020204030204" pitchFamily="34" charset="0"/>
              <a:ea typeface="Calibri" panose="020F0502020204030204" pitchFamily="34" charset="0"/>
              <a:cs typeface="Arial" panose="020B0604020202020204" pitchFamily="34" charset="0"/>
            </a:endParaRPr>
          </a:p>
          <a:p>
            <a:pPr>
              <a:lnSpc>
                <a:spcPct val="115000"/>
              </a:lnSpc>
              <a:spcAft>
                <a:spcPts val="1000"/>
              </a:spcAft>
            </a:pPr>
            <a:endParaRPr lang="en-US" sz="1400" dirty="0">
              <a:effectLst/>
              <a:latin typeface="Calibri" panose="020F0502020204030204" pitchFamily="34" charset="0"/>
              <a:ea typeface="Calibri" panose="020F0502020204030204" pitchFamily="34" charset="0"/>
              <a:cs typeface="Arial" panose="020B0604020202020204" pitchFamily="34" charset="0"/>
            </a:endParaRPr>
          </a:p>
          <a:p>
            <a:pPr>
              <a:lnSpc>
                <a:spcPct val="115000"/>
              </a:lnSpc>
              <a:spcAft>
                <a:spcPts val="1000"/>
              </a:spcAft>
            </a:pPr>
            <a:r>
              <a:rPr lang="en-US" sz="1400" dirty="0">
                <a:effectLst/>
                <a:latin typeface="Calibri" panose="020F0502020204030204" pitchFamily="34" charset="0"/>
                <a:ea typeface="Calibri" panose="020F0502020204030204" pitchFamily="34" charset="0"/>
                <a:cs typeface="Arial" panose="020B0604020202020204" pitchFamily="34" charset="0"/>
              </a:rPr>
              <a:t>    mov bx, even       </a:t>
            </a:r>
          </a:p>
          <a:p>
            <a:pPr>
              <a:lnSpc>
                <a:spcPct val="115000"/>
              </a:lnSpc>
              <a:spcAft>
                <a:spcPts val="1000"/>
              </a:spcAft>
            </a:pPr>
            <a:r>
              <a:rPr lang="en-US" sz="1400" dirty="0">
                <a:effectLst/>
                <a:latin typeface="Calibri" panose="020F0502020204030204" pitchFamily="34" charset="0"/>
                <a:ea typeface="Calibri" panose="020F0502020204030204" pitchFamily="34" charset="0"/>
                <a:cs typeface="Arial" panose="020B0604020202020204" pitchFamily="34" charset="0"/>
              </a:rPr>
              <a:t>    call sum           </a:t>
            </a:r>
          </a:p>
          <a:p>
            <a:pPr>
              <a:lnSpc>
                <a:spcPct val="115000"/>
              </a:lnSpc>
              <a:spcAft>
                <a:spcPts val="1000"/>
              </a:spcAft>
            </a:pPr>
            <a:r>
              <a:rPr lang="en-US" sz="1400" dirty="0">
                <a:effectLst/>
                <a:latin typeface="Calibri" panose="020F0502020204030204" pitchFamily="34" charset="0"/>
                <a:ea typeface="Calibri" panose="020F0502020204030204" pitchFamily="34" charset="0"/>
                <a:cs typeface="Arial" panose="020B0604020202020204" pitchFamily="34" charset="0"/>
              </a:rPr>
              <a:t>    mov [</a:t>
            </a:r>
            <a:r>
              <a:rPr lang="en-US" sz="1400" dirty="0" err="1">
                <a:effectLst/>
                <a:latin typeface="Calibri" panose="020F0502020204030204" pitchFamily="34" charset="0"/>
                <a:ea typeface="Calibri" panose="020F0502020204030204" pitchFamily="34" charset="0"/>
                <a:cs typeface="Arial" panose="020B0604020202020204" pitchFamily="34" charset="0"/>
              </a:rPr>
              <a:t>sumEven</a:t>
            </a:r>
            <a:r>
              <a:rPr lang="en-US" sz="1400" dirty="0">
                <a:effectLst/>
                <a:latin typeface="Calibri" panose="020F0502020204030204" pitchFamily="34" charset="0"/>
                <a:ea typeface="Calibri" panose="020F0502020204030204" pitchFamily="34" charset="0"/>
                <a:cs typeface="Arial" panose="020B0604020202020204" pitchFamily="34" charset="0"/>
              </a:rPr>
              <a:t>], ax  </a:t>
            </a:r>
          </a:p>
          <a:p>
            <a:pPr>
              <a:lnSpc>
                <a:spcPct val="115000"/>
              </a:lnSpc>
              <a:spcAft>
                <a:spcPts val="1000"/>
              </a:spcAft>
            </a:pPr>
            <a:endParaRPr lang="en-US" sz="1400" dirty="0">
              <a:effectLst/>
              <a:latin typeface="Calibri" panose="020F0502020204030204" pitchFamily="34" charset="0"/>
              <a:ea typeface="Calibri" panose="020F0502020204030204" pitchFamily="34" charset="0"/>
              <a:cs typeface="Arial" panose="020B0604020202020204" pitchFamily="34" charset="0"/>
            </a:endParaRPr>
          </a:p>
          <a:p>
            <a:pPr>
              <a:lnSpc>
                <a:spcPct val="115000"/>
              </a:lnSpc>
              <a:spcAft>
                <a:spcPts val="1000"/>
              </a:spcAft>
            </a:pPr>
            <a:r>
              <a:rPr lang="en-US" sz="1400" dirty="0">
                <a:effectLst/>
                <a:latin typeface="Calibri" panose="020F0502020204030204" pitchFamily="34" charset="0"/>
                <a:ea typeface="Calibri" panose="020F0502020204030204" pitchFamily="34" charset="0"/>
                <a:cs typeface="Arial" panose="020B0604020202020204" pitchFamily="34" charset="0"/>
              </a:rPr>
              <a:t>    call average       </a:t>
            </a:r>
          </a:p>
          <a:p>
            <a:pPr>
              <a:lnSpc>
                <a:spcPct val="115000"/>
              </a:lnSpc>
              <a:spcAft>
                <a:spcPts val="1000"/>
              </a:spcAft>
            </a:pPr>
            <a:r>
              <a:rPr lang="en-US" sz="1400" dirty="0">
                <a:effectLst/>
                <a:latin typeface="Calibri" panose="020F0502020204030204" pitchFamily="34" charset="0"/>
                <a:ea typeface="Calibri" panose="020F0502020204030204" pitchFamily="34" charset="0"/>
                <a:cs typeface="Arial" panose="020B0604020202020204" pitchFamily="34" charset="0"/>
              </a:rPr>
              <a:t>    mov [avg], ax</a:t>
            </a:r>
          </a:p>
          <a:p>
            <a:pPr>
              <a:lnSpc>
                <a:spcPct val="115000"/>
              </a:lnSpc>
              <a:spcAft>
                <a:spcPts val="1000"/>
              </a:spcAft>
            </a:pPr>
            <a:r>
              <a:rPr lang="en-US" sz="1400" dirty="0">
                <a:effectLst/>
                <a:latin typeface="Calibri" panose="020F0502020204030204" pitchFamily="34" charset="0"/>
                <a:ea typeface="Calibri" panose="020F0502020204030204" pitchFamily="34" charset="0"/>
                <a:cs typeface="Arial" panose="020B0604020202020204" pitchFamily="34" charset="0"/>
              </a:rPr>
              <a:t>		</a:t>
            </a:r>
          </a:p>
        </p:txBody>
      </p:sp>
      <p:sp>
        <p:nvSpPr>
          <p:cNvPr id="3" name="TextBox 2">
            <a:extLst>
              <a:ext uri="{FF2B5EF4-FFF2-40B4-BE49-F238E27FC236}">
                <a16:creationId xmlns:a16="http://schemas.microsoft.com/office/drawing/2014/main" id="{58994408-BC29-BB3C-77AB-98A8A6875094}"/>
              </a:ext>
            </a:extLst>
          </p:cNvPr>
          <p:cNvSpPr txBox="1"/>
          <p:nvPr/>
        </p:nvSpPr>
        <p:spPr>
          <a:xfrm>
            <a:off x="1964268" y="1513795"/>
            <a:ext cx="1574800" cy="5213543"/>
          </a:xfrm>
          <a:prstGeom prst="rect">
            <a:avLst/>
          </a:prstGeom>
          <a:noFill/>
        </p:spPr>
        <p:txBody>
          <a:bodyPr wrap="square">
            <a:spAutoFit/>
          </a:bodyPr>
          <a:lstStyle/>
          <a:p>
            <a:pPr>
              <a:lnSpc>
                <a:spcPct val="115000"/>
              </a:lnSpc>
              <a:spcAft>
                <a:spcPts val="1000"/>
              </a:spcAft>
            </a:pPr>
            <a:r>
              <a:rPr lang="en-US" sz="1400" dirty="0" err="1">
                <a:effectLst/>
                <a:latin typeface="Calibri" panose="020F0502020204030204" pitchFamily="34" charset="0"/>
                <a:ea typeface="Calibri" panose="020F0502020204030204" pitchFamily="34" charset="0"/>
                <a:cs typeface="Arial" panose="020B0604020202020204" pitchFamily="34" charset="0"/>
              </a:rPr>
              <a:t>InsertValue</a:t>
            </a:r>
            <a:r>
              <a:rPr lang="en-US" sz="1400" dirty="0">
                <a:effectLst/>
                <a:latin typeface="Calibri" panose="020F0502020204030204" pitchFamily="34" charset="0"/>
                <a:ea typeface="Calibri" panose="020F0502020204030204" pitchFamily="34" charset="0"/>
                <a:cs typeface="Arial" panose="020B0604020202020204" pitchFamily="34" charset="0"/>
              </a:rPr>
              <a:t>:</a:t>
            </a:r>
          </a:p>
          <a:p>
            <a:pPr>
              <a:lnSpc>
                <a:spcPct val="115000"/>
              </a:lnSpc>
              <a:spcAft>
                <a:spcPts val="1000"/>
              </a:spcAft>
            </a:pPr>
            <a:r>
              <a:rPr lang="en-US" sz="1400" dirty="0">
                <a:effectLst/>
                <a:latin typeface="Calibri" panose="020F0502020204030204" pitchFamily="34" charset="0"/>
                <a:ea typeface="Calibri" panose="020F0502020204030204" pitchFamily="34" charset="0"/>
                <a:cs typeface="Arial" panose="020B0604020202020204" pitchFamily="34" charset="0"/>
              </a:rPr>
              <a:t>    mov [di], ax            </a:t>
            </a:r>
          </a:p>
          <a:p>
            <a:pPr>
              <a:lnSpc>
                <a:spcPct val="115000"/>
              </a:lnSpc>
              <a:spcAft>
                <a:spcPts val="1000"/>
              </a:spcAft>
            </a:pPr>
            <a:r>
              <a:rPr lang="en-US" sz="1400" dirty="0">
                <a:effectLst/>
                <a:latin typeface="Calibri" panose="020F0502020204030204" pitchFamily="34" charset="0"/>
                <a:ea typeface="Calibri" panose="020F0502020204030204" pitchFamily="34" charset="0"/>
                <a:cs typeface="Arial" panose="020B0604020202020204" pitchFamily="34" charset="0"/>
              </a:rPr>
              <a:t>    pop bx                  </a:t>
            </a:r>
          </a:p>
          <a:p>
            <a:pPr>
              <a:lnSpc>
                <a:spcPct val="115000"/>
              </a:lnSpc>
              <a:spcAft>
                <a:spcPts val="1000"/>
              </a:spcAft>
            </a:pPr>
            <a:r>
              <a:rPr lang="en-US" sz="1400" dirty="0">
                <a:effectLst/>
                <a:latin typeface="Calibri" panose="020F0502020204030204" pitchFamily="34" charset="0"/>
                <a:ea typeface="Calibri" panose="020F0502020204030204" pitchFamily="34" charset="0"/>
                <a:cs typeface="Arial" panose="020B0604020202020204" pitchFamily="34" charset="0"/>
              </a:rPr>
              <a:t>    pop cx</a:t>
            </a:r>
          </a:p>
          <a:p>
            <a:pPr>
              <a:lnSpc>
                <a:spcPct val="115000"/>
              </a:lnSpc>
              <a:spcAft>
                <a:spcPts val="1000"/>
              </a:spcAft>
            </a:pPr>
            <a:r>
              <a:rPr lang="en-US" sz="1400" dirty="0">
                <a:effectLst/>
                <a:latin typeface="Calibri" panose="020F0502020204030204" pitchFamily="34" charset="0"/>
                <a:ea typeface="Calibri" panose="020F0502020204030204" pitchFamily="34" charset="0"/>
                <a:cs typeface="Arial" panose="020B0604020202020204" pitchFamily="34" charset="0"/>
              </a:rPr>
              <a:t>    ret  </a:t>
            </a:r>
          </a:p>
          <a:p>
            <a:pPr>
              <a:lnSpc>
                <a:spcPct val="115000"/>
              </a:lnSpc>
              <a:spcAft>
                <a:spcPts val="1000"/>
              </a:spcAft>
            </a:pPr>
            <a:endParaRPr lang="en-US" sz="1400" dirty="0">
              <a:effectLst/>
              <a:latin typeface="Calibri" panose="020F0502020204030204" pitchFamily="34" charset="0"/>
              <a:ea typeface="Calibri" panose="020F0502020204030204" pitchFamily="34" charset="0"/>
              <a:cs typeface="Arial" panose="020B0604020202020204" pitchFamily="34" charset="0"/>
            </a:endParaRPr>
          </a:p>
          <a:p>
            <a:pPr>
              <a:lnSpc>
                <a:spcPct val="115000"/>
              </a:lnSpc>
              <a:spcAft>
                <a:spcPts val="1000"/>
              </a:spcAft>
            </a:pPr>
            <a:r>
              <a:rPr lang="en-US" sz="1400" dirty="0">
                <a:effectLst/>
                <a:latin typeface="Calibri" panose="020F0502020204030204" pitchFamily="34" charset="0"/>
                <a:ea typeface="Calibri" panose="020F0502020204030204" pitchFamily="34" charset="0"/>
                <a:cs typeface="Arial" panose="020B0604020202020204" pitchFamily="34" charset="0"/>
              </a:rPr>
              <a:t>     </a:t>
            </a:r>
          </a:p>
          <a:p>
            <a:pPr>
              <a:lnSpc>
                <a:spcPct val="115000"/>
              </a:lnSpc>
              <a:spcAft>
                <a:spcPts val="1000"/>
              </a:spcAft>
            </a:pPr>
            <a:endParaRPr lang="en-US" sz="1400" dirty="0">
              <a:effectLst/>
              <a:latin typeface="Calibri" panose="020F0502020204030204" pitchFamily="34" charset="0"/>
              <a:ea typeface="Calibri" panose="020F0502020204030204" pitchFamily="34" charset="0"/>
              <a:cs typeface="Arial" panose="020B0604020202020204" pitchFamily="34" charset="0"/>
            </a:endParaRPr>
          </a:p>
          <a:p>
            <a:pPr>
              <a:lnSpc>
                <a:spcPct val="115000"/>
              </a:lnSpc>
              <a:spcAft>
                <a:spcPts val="1000"/>
              </a:spcAft>
            </a:pPr>
            <a:endParaRPr lang="en-US" sz="1400" dirty="0">
              <a:effectLst/>
              <a:latin typeface="Calibri" panose="020F0502020204030204" pitchFamily="34" charset="0"/>
              <a:ea typeface="Calibri" panose="020F0502020204030204" pitchFamily="34" charset="0"/>
              <a:cs typeface="Arial" panose="020B0604020202020204" pitchFamily="34" charset="0"/>
            </a:endParaRPr>
          </a:p>
          <a:p>
            <a:pPr>
              <a:lnSpc>
                <a:spcPct val="115000"/>
              </a:lnSpc>
              <a:spcAft>
                <a:spcPts val="1000"/>
              </a:spcAft>
            </a:pPr>
            <a:endParaRPr lang="en-US" sz="1400" dirty="0">
              <a:effectLst/>
              <a:latin typeface="Calibri" panose="020F0502020204030204" pitchFamily="34" charset="0"/>
              <a:ea typeface="Calibri" panose="020F0502020204030204" pitchFamily="34" charset="0"/>
              <a:cs typeface="Arial" panose="020B0604020202020204" pitchFamily="34" charset="0"/>
            </a:endParaRPr>
          </a:p>
          <a:p>
            <a:pPr>
              <a:lnSpc>
                <a:spcPct val="115000"/>
              </a:lnSpc>
              <a:spcAft>
                <a:spcPts val="1000"/>
              </a:spcAft>
            </a:pPr>
            <a:r>
              <a:rPr lang="en-US" sz="1400" dirty="0">
                <a:effectLst/>
                <a:latin typeface="Calibri" panose="020F0502020204030204" pitchFamily="34" charset="0"/>
                <a:ea typeface="Calibri" panose="020F0502020204030204" pitchFamily="34" charset="0"/>
                <a:cs typeface="Arial" panose="020B0604020202020204" pitchFamily="34" charset="0"/>
              </a:rPr>
              <a:t>	</a:t>
            </a:r>
          </a:p>
          <a:p>
            <a:pPr>
              <a:lnSpc>
                <a:spcPct val="115000"/>
              </a:lnSpc>
              <a:spcAft>
                <a:spcPts val="1000"/>
              </a:spcAft>
            </a:pPr>
            <a:endParaRPr lang="en-US" sz="1400" dirty="0">
              <a:effectLst/>
              <a:latin typeface="Calibri" panose="020F0502020204030204" pitchFamily="34" charset="0"/>
              <a:ea typeface="Calibri" panose="020F0502020204030204" pitchFamily="34" charset="0"/>
              <a:cs typeface="Arial" panose="020B0604020202020204" pitchFamily="34" charset="0"/>
            </a:endParaRPr>
          </a:p>
          <a:p>
            <a:pPr>
              <a:lnSpc>
                <a:spcPct val="115000"/>
              </a:lnSpc>
              <a:spcAft>
                <a:spcPts val="1000"/>
              </a:spcAft>
            </a:pPr>
            <a:endParaRPr lang="en-US" sz="1400" dirty="0">
              <a:effectLst/>
              <a:latin typeface="Calibri" panose="020F0502020204030204" pitchFamily="34" charset="0"/>
              <a:ea typeface="Calibri" panose="020F0502020204030204" pitchFamily="34" charset="0"/>
              <a:cs typeface="Arial" panose="020B0604020202020204" pitchFamily="34" charset="0"/>
            </a:endParaRPr>
          </a:p>
          <a:p>
            <a:pPr>
              <a:lnSpc>
                <a:spcPct val="115000"/>
              </a:lnSpc>
              <a:spcAft>
                <a:spcPts val="1000"/>
              </a:spcAft>
            </a:pPr>
            <a:endParaRPr lang="en-US" sz="1400" dirty="0">
              <a:effectLst/>
              <a:latin typeface="Calibri" panose="020F0502020204030204" pitchFamily="34" charset="0"/>
              <a:ea typeface="Calibri" panose="020F0502020204030204" pitchFamily="34" charset="0"/>
              <a:cs typeface="Arial" panose="020B0604020202020204" pitchFamily="34" charset="0"/>
            </a:endParaRPr>
          </a:p>
        </p:txBody>
      </p:sp>
      <p:cxnSp>
        <p:nvCxnSpPr>
          <p:cNvPr id="5" name="Connector: Curved 4">
            <a:extLst>
              <a:ext uri="{FF2B5EF4-FFF2-40B4-BE49-F238E27FC236}">
                <a16:creationId xmlns:a16="http://schemas.microsoft.com/office/drawing/2014/main" id="{D374CA03-C07A-0332-335E-3E5A0ADA8AF1}"/>
              </a:ext>
            </a:extLst>
          </p:cNvPr>
          <p:cNvCxnSpPr>
            <a:cxnSpLocks/>
          </p:cNvCxnSpPr>
          <p:nvPr/>
        </p:nvCxnSpPr>
        <p:spPr>
          <a:xfrm flipV="1">
            <a:off x="3649133" y="1710267"/>
            <a:ext cx="785909" cy="718298"/>
          </a:xfrm>
          <a:prstGeom prst="curvedConnector3">
            <a:avLst>
              <a:gd name="adj1" fmla="val 50000"/>
            </a:avLst>
          </a:prstGeom>
          <a:ln>
            <a:solidFill>
              <a:schemeClr val="bg1">
                <a:lumMod val="10000"/>
              </a:schemeClr>
            </a:solidFill>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5589995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30">
          <a:extLst>
            <a:ext uri="{FF2B5EF4-FFF2-40B4-BE49-F238E27FC236}">
              <a16:creationId xmlns:a16="http://schemas.microsoft.com/office/drawing/2014/main" id="{91CA7460-C354-15A4-DB24-9447B6C01929}"/>
            </a:ext>
          </a:extLst>
        </p:cNvPr>
        <p:cNvGrpSpPr/>
        <p:nvPr/>
      </p:nvGrpSpPr>
      <p:grpSpPr>
        <a:xfrm>
          <a:off x="0" y="0"/>
          <a:ext cx="0" cy="0"/>
          <a:chOff x="0" y="0"/>
          <a:chExt cx="0" cy="0"/>
        </a:xfrm>
      </p:grpSpPr>
      <p:sp>
        <p:nvSpPr>
          <p:cNvPr id="1531" name="Google Shape;1531;p39">
            <a:extLst>
              <a:ext uri="{FF2B5EF4-FFF2-40B4-BE49-F238E27FC236}">
                <a16:creationId xmlns:a16="http://schemas.microsoft.com/office/drawing/2014/main" id="{93518303-9BD2-4B91-CF71-2B1ECF631F3C}"/>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algn="ctr" rtl="0" fontAlgn="base"/>
            <a:r>
              <a:rPr lang="en-US" sz="2400" b="1" dirty="0">
                <a:solidFill>
                  <a:schemeClr val="dk2"/>
                </a:solidFill>
                <a:latin typeface="IBM Plex Mono"/>
                <a:sym typeface="IBM Plex Mono"/>
              </a:rPr>
              <a:t>Project Implementation with output screenshots </a:t>
            </a:r>
            <a:br>
              <a:rPr lang="en-US" sz="2400" b="1" dirty="0">
                <a:solidFill>
                  <a:schemeClr val="dk2"/>
                </a:solidFill>
                <a:latin typeface="IBM Plex Mono"/>
                <a:sym typeface="IBM Plex Mono"/>
              </a:rPr>
            </a:br>
            <a:br>
              <a:rPr lang="en-US" sz="2400" b="1" dirty="0">
                <a:solidFill>
                  <a:schemeClr val="dk2"/>
                </a:solidFill>
                <a:latin typeface="IBM Plex Mono"/>
                <a:sym typeface="IBM Plex Mono"/>
              </a:rPr>
            </a:br>
            <a:endParaRPr lang="en-US" sz="2400" b="1" i="0" dirty="0">
              <a:solidFill>
                <a:schemeClr val="tx1">
                  <a:lumMod val="90000"/>
                  <a:lumOff val="10000"/>
                </a:schemeClr>
              </a:solidFill>
              <a:effectLst/>
              <a:latin typeface="Segoe UI" panose="020B0502040204020203" pitchFamily="34" charset="0"/>
            </a:endParaRPr>
          </a:p>
        </p:txBody>
      </p:sp>
      <p:grpSp>
        <p:nvGrpSpPr>
          <p:cNvPr id="1534" name="Google Shape;1534;p39">
            <a:extLst>
              <a:ext uri="{FF2B5EF4-FFF2-40B4-BE49-F238E27FC236}">
                <a16:creationId xmlns:a16="http://schemas.microsoft.com/office/drawing/2014/main" id="{C2892097-A43F-2E3C-0324-E170E7FE12D4}"/>
              </a:ext>
            </a:extLst>
          </p:cNvPr>
          <p:cNvGrpSpPr/>
          <p:nvPr/>
        </p:nvGrpSpPr>
        <p:grpSpPr>
          <a:xfrm>
            <a:off x="-123925" y="4132283"/>
            <a:ext cx="4558967" cy="1141122"/>
            <a:chOff x="-123925" y="4132283"/>
            <a:chExt cx="4558967" cy="1141122"/>
          </a:xfrm>
        </p:grpSpPr>
        <p:grpSp>
          <p:nvGrpSpPr>
            <p:cNvPr id="1535" name="Google Shape;1535;p39">
              <a:extLst>
                <a:ext uri="{FF2B5EF4-FFF2-40B4-BE49-F238E27FC236}">
                  <a16:creationId xmlns:a16="http://schemas.microsoft.com/office/drawing/2014/main" id="{AF6278C2-E95D-884D-8B85-84A382FF90FA}"/>
                </a:ext>
              </a:extLst>
            </p:cNvPr>
            <p:cNvGrpSpPr/>
            <p:nvPr/>
          </p:nvGrpSpPr>
          <p:grpSpPr>
            <a:xfrm>
              <a:off x="-2" y="4132283"/>
              <a:ext cx="2308406" cy="1141122"/>
              <a:chOff x="-2" y="4132283"/>
              <a:chExt cx="2308406" cy="1141122"/>
            </a:xfrm>
          </p:grpSpPr>
          <p:sp>
            <p:nvSpPr>
              <p:cNvPr id="1536" name="Google Shape;1536;p39">
                <a:extLst>
                  <a:ext uri="{FF2B5EF4-FFF2-40B4-BE49-F238E27FC236}">
                    <a16:creationId xmlns:a16="http://schemas.microsoft.com/office/drawing/2014/main" id="{8DB6D82A-5BA0-7EB2-BB14-45449A7E7147}"/>
                  </a:ext>
                </a:extLst>
              </p:cNvPr>
              <p:cNvSpPr/>
              <p:nvPr/>
            </p:nvSpPr>
            <p:spPr>
              <a:xfrm rot="5400000">
                <a:off x="663005" y="3628622"/>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1537;p39">
                <a:extLst>
                  <a:ext uri="{FF2B5EF4-FFF2-40B4-BE49-F238E27FC236}">
                    <a16:creationId xmlns:a16="http://schemas.microsoft.com/office/drawing/2014/main" id="{B3C9C80E-2990-0FE8-202B-CD1C0141275E}"/>
                  </a:ext>
                </a:extLst>
              </p:cNvPr>
              <p:cNvSpPr/>
              <p:nvPr/>
            </p:nvSpPr>
            <p:spPr>
              <a:xfrm rot="5400000">
                <a:off x="663620" y="3469276"/>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8" name="Google Shape;1538;p39">
              <a:extLst>
                <a:ext uri="{FF2B5EF4-FFF2-40B4-BE49-F238E27FC236}">
                  <a16:creationId xmlns:a16="http://schemas.microsoft.com/office/drawing/2014/main" id="{B4C54EE3-3C60-369B-D0EA-3B5D447F576A}"/>
                </a:ext>
              </a:extLst>
            </p:cNvPr>
            <p:cNvGrpSpPr/>
            <p:nvPr/>
          </p:nvGrpSpPr>
          <p:grpSpPr>
            <a:xfrm>
              <a:off x="-123925" y="4386226"/>
              <a:ext cx="4558967" cy="134100"/>
              <a:chOff x="796100" y="3019701"/>
              <a:chExt cx="4558967" cy="134100"/>
            </a:xfrm>
          </p:grpSpPr>
          <p:sp>
            <p:nvSpPr>
              <p:cNvPr id="1539" name="Google Shape;1539;p39">
                <a:extLst>
                  <a:ext uri="{FF2B5EF4-FFF2-40B4-BE49-F238E27FC236}">
                    <a16:creationId xmlns:a16="http://schemas.microsoft.com/office/drawing/2014/main" id="{A3E0BB0D-D00B-650B-9357-FD77B0C7A104}"/>
                  </a:ext>
                </a:extLst>
              </p:cNvPr>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540" name="Google Shape;1540;p39">
                <a:extLst>
                  <a:ext uri="{FF2B5EF4-FFF2-40B4-BE49-F238E27FC236}">
                    <a16:creationId xmlns:a16="http://schemas.microsoft.com/office/drawing/2014/main" id="{68F95B6C-8F32-E2CF-B935-3C259B263D31}"/>
                  </a:ext>
                </a:extLst>
              </p:cNvPr>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541" name="Google Shape;1541;p39">
                <a:extLst>
                  <a:ext uri="{FF2B5EF4-FFF2-40B4-BE49-F238E27FC236}">
                    <a16:creationId xmlns:a16="http://schemas.microsoft.com/office/drawing/2014/main" id="{628A15B4-FCC7-13A0-3323-217BE3BD3A0F}"/>
                  </a:ext>
                </a:extLst>
              </p:cNvPr>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 name="TextBox 1">
            <a:extLst>
              <a:ext uri="{FF2B5EF4-FFF2-40B4-BE49-F238E27FC236}">
                <a16:creationId xmlns:a16="http://schemas.microsoft.com/office/drawing/2014/main" id="{34898D49-34AE-0159-4295-141C80E4D79C}"/>
              </a:ext>
            </a:extLst>
          </p:cNvPr>
          <p:cNvSpPr txBox="1"/>
          <p:nvPr/>
        </p:nvSpPr>
        <p:spPr>
          <a:xfrm>
            <a:off x="5217893" y="1495726"/>
            <a:ext cx="2071907" cy="3709542"/>
          </a:xfrm>
          <a:prstGeom prst="rect">
            <a:avLst/>
          </a:prstGeom>
          <a:noFill/>
        </p:spPr>
        <p:txBody>
          <a:bodyPr wrap="square">
            <a:spAutoFit/>
          </a:bodyPr>
          <a:lstStyle/>
          <a:p>
            <a:pPr>
              <a:lnSpc>
                <a:spcPct val="115000"/>
              </a:lnSpc>
              <a:spcAft>
                <a:spcPts val="1000"/>
              </a:spcAft>
            </a:pPr>
            <a:r>
              <a:rPr lang="en-US" sz="1400" dirty="0" err="1">
                <a:effectLst/>
                <a:latin typeface="Calibri" panose="020F0502020204030204" pitchFamily="34" charset="0"/>
                <a:ea typeface="Calibri" panose="020F0502020204030204" pitchFamily="34" charset="0"/>
                <a:cs typeface="Arial" panose="020B0604020202020204" pitchFamily="34" charset="0"/>
              </a:rPr>
              <a:t>SortLoop</a:t>
            </a:r>
            <a:r>
              <a:rPr lang="en-US" sz="1400" dirty="0">
                <a:effectLst/>
                <a:latin typeface="Calibri" panose="020F0502020204030204" pitchFamily="34" charset="0"/>
                <a:ea typeface="Calibri" panose="020F0502020204030204" pitchFamily="34" charset="0"/>
                <a:cs typeface="Arial" panose="020B0604020202020204" pitchFamily="34" charset="0"/>
              </a:rPr>
              <a:t>:</a:t>
            </a:r>
          </a:p>
          <a:p>
            <a:pPr>
              <a:lnSpc>
                <a:spcPct val="115000"/>
              </a:lnSpc>
              <a:spcAft>
                <a:spcPts val="1000"/>
              </a:spcAft>
            </a:pPr>
            <a:r>
              <a:rPr lang="en-US" sz="1400" dirty="0">
                <a:effectLst/>
                <a:latin typeface="Calibri" panose="020F0502020204030204" pitchFamily="34" charset="0"/>
                <a:ea typeface="Calibri" panose="020F0502020204030204" pitchFamily="34" charset="0"/>
                <a:cs typeface="Arial" panose="020B0604020202020204" pitchFamily="34" charset="0"/>
              </a:rPr>
              <a:t>    mov  ax, [bx]           </a:t>
            </a:r>
          </a:p>
          <a:p>
            <a:pPr>
              <a:lnSpc>
                <a:spcPct val="115000"/>
              </a:lnSpc>
              <a:spcAft>
                <a:spcPts val="1000"/>
              </a:spcAft>
            </a:pPr>
            <a:r>
              <a:rPr lang="en-US" sz="1400" dirty="0">
                <a:effectLst/>
                <a:latin typeface="Calibri" panose="020F0502020204030204" pitchFamily="34" charset="0"/>
                <a:ea typeface="Calibri" panose="020F0502020204030204" pitchFamily="34" charset="0"/>
                <a:cs typeface="Arial" panose="020B0604020202020204" pitchFamily="34" charset="0"/>
              </a:rPr>
              <a:t>    call </a:t>
            </a:r>
            <a:r>
              <a:rPr lang="en-US" sz="1400" dirty="0" err="1">
                <a:effectLst/>
                <a:latin typeface="Calibri" panose="020F0502020204030204" pitchFamily="34" charset="0"/>
                <a:ea typeface="Calibri" panose="020F0502020204030204" pitchFamily="34" charset="0"/>
                <a:cs typeface="Arial" panose="020B0604020202020204" pitchFamily="34" charset="0"/>
              </a:rPr>
              <a:t>DecOrder</a:t>
            </a:r>
            <a:r>
              <a:rPr lang="en-US" sz="1400" dirty="0">
                <a:effectLst/>
                <a:latin typeface="Calibri" panose="020F0502020204030204" pitchFamily="34" charset="0"/>
                <a:ea typeface="Calibri" panose="020F0502020204030204" pitchFamily="34" charset="0"/>
                <a:cs typeface="Arial" panose="020B0604020202020204" pitchFamily="34" charset="0"/>
              </a:rPr>
              <a:t>           </a:t>
            </a:r>
          </a:p>
          <a:p>
            <a:pPr>
              <a:lnSpc>
                <a:spcPct val="115000"/>
              </a:lnSpc>
              <a:spcAft>
                <a:spcPts val="1000"/>
              </a:spcAft>
            </a:pPr>
            <a:endParaRPr lang="en-US" sz="1400" dirty="0">
              <a:effectLst/>
              <a:latin typeface="Calibri" panose="020F0502020204030204" pitchFamily="34" charset="0"/>
              <a:ea typeface="Calibri" panose="020F0502020204030204" pitchFamily="34" charset="0"/>
              <a:cs typeface="Arial" panose="020B0604020202020204" pitchFamily="34" charset="0"/>
            </a:endParaRPr>
          </a:p>
          <a:p>
            <a:pPr>
              <a:lnSpc>
                <a:spcPct val="115000"/>
              </a:lnSpc>
              <a:spcAft>
                <a:spcPts val="1000"/>
              </a:spcAft>
            </a:pPr>
            <a:r>
              <a:rPr lang="en-US" sz="1400" dirty="0">
                <a:effectLst/>
                <a:latin typeface="Calibri" panose="020F0502020204030204" pitchFamily="34" charset="0"/>
                <a:ea typeface="Calibri" panose="020F0502020204030204" pitchFamily="34" charset="0"/>
                <a:cs typeface="Arial" panose="020B0604020202020204" pitchFamily="34" charset="0"/>
              </a:rPr>
              <a:t>    sub  bx, 2              </a:t>
            </a:r>
          </a:p>
          <a:p>
            <a:pPr>
              <a:lnSpc>
                <a:spcPct val="115000"/>
              </a:lnSpc>
              <a:spcAft>
                <a:spcPts val="1000"/>
              </a:spcAft>
            </a:pPr>
            <a:r>
              <a:rPr lang="en-US" sz="1400" dirty="0">
                <a:effectLst/>
                <a:latin typeface="Calibri" panose="020F0502020204030204" pitchFamily="34" charset="0"/>
                <a:ea typeface="Calibri" panose="020F0502020204030204" pitchFamily="34" charset="0"/>
                <a:cs typeface="Arial" panose="020B0604020202020204" pitchFamily="34" charset="0"/>
              </a:rPr>
              <a:t>    loop </a:t>
            </a:r>
            <a:r>
              <a:rPr lang="en-US" sz="1400" dirty="0" err="1">
                <a:effectLst/>
                <a:latin typeface="Calibri" panose="020F0502020204030204" pitchFamily="34" charset="0"/>
                <a:ea typeface="Calibri" panose="020F0502020204030204" pitchFamily="34" charset="0"/>
                <a:cs typeface="Arial" panose="020B0604020202020204" pitchFamily="34" charset="0"/>
              </a:rPr>
              <a:t>SortLoop</a:t>
            </a:r>
            <a:r>
              <a:rPr lang="en-US" sz="1400" dirty="0">
                <a:effectLst/>
                <a:latin typeface="Calibri" panose="020F0502020204030204" pitchFamily="34" charset="0"/>
                <a:ea typeface="Calibri" panose="020F0502020204030204" pitchFamily="34" charset="0"/>
                <a:cs typeface="Arial" panose="020B0604020202020204" pitchFamily="34" charset="0"/>
              </a:rPr>
              <a:t>  </a:t>
            </a:r>
          </a:p>
          <a:p>
            <a:pPr>
              <a:lnSpc>
                <a:spcPct val="115000"/>
              </a:lnSpc>
              <a:spcAft>
                <a:spcPts val="1000"/>
              </a:spcAft>
            </a:pPr>
            <a:r>
              <a:rPr lang="en-US" sz="1400" dirty="0">
                <a:effectLst/>
                <a:latin typeface="Calibri" panose="020F0502020204030204" pitchFamily="34" charset="0"/>
                <a:ea typeface="Calibri" panose="020F0502020204030204" pitchFamily="34" charset="0"/>
                <a:cs typeface="Arial" panose="020B0604020202020204" pitchFamily="34" charset="0"/>
              </a:rPr>
              <a:t>    </a:t>
            </a:r>
          </a:p>
          <a:p>
            <a:pPr>
              <a:lnSpc>
                <a:spcPct val="115000"/>
              </a:lnSpc>
              <a:spcAft>
                <a:spcPts val="1000"/>
              </a:spcAft>
            </a:pPr>
            <a:r>
              <a:rPr lang="en-US" sz="1400" dirty="0">
                <a:effectLst/>
                <a:latin typeface="Calibri" panose="020F0502020204030204" pitchFamily="34" charset="0"/>
                <a:ea typeface="Calibri" panose="020F0502020204030204" pitchFamily="34" charset="0"/>
                <a:cs typeface="Arial" panose="020B0604020202020204" pitchFamily="34" charset="0"/>
              </a:rPr>
              <a:t>    mov  ax, 0x4c00         </a:t>
            </a:r>
          </a:p>
          <a:p>
            <a:pPr>
              <a:lnSpc>
                <a:spcPct val="115000"/>
              </a:lnSpc>
              <a:spcAft>
                <a:spcPts val="1000"/>
              </a:spcAft>
            </a:pPr>
            <a:r>
              <a:rPr lang="en-US" sz="1400" dirty="0">
                <a:effectLst/>
                <a:latin typeface="Calibri" panose="020F0502020204030204" pitchFamily="34" charset="0"/>
                <a:ea typeface="Calibri" panose="020F0502020204030204" pitchFamily="34" charset="0"/>
                <a:cs typeface="Arial" panose="020B0604020202020204" pitchFamily="34" charset="0"/>
              </a:rPr>
              <a:t>    int  0x21</a:t>
            </a:r>
          </a:p>
          <a:p>
            <a:pPr>
              <a:lnSpc>
                <a:spcPct val="115000"/>
              </a:lnSpc>
              <a:spcAft>
                <a:spcPts val="1000"/>
              </a:spcAft>
            </a:pPr>
            <a:r>
              <a:rPr lang="en-US" sz="1400" dirty="0">
                <a:effectLst/>
                <a:latin typeface="Calibri" panose="020F0502020204030204" pitchFamily="34" charset="0"/>
                <a:ea typeface="Calibri" panose="020F0502020204030204" pitchFamily="34" charset="0"/>
                <a:cs typeface="Arial" panose="020B0604020202020204" pitchFamily="34" charset="0"/>
              </a:rPr>
              <a:t>		</a:t>
            </a:r>
          </a:p>
        </p:txBody>
      </p:sp>
      <p:sp>
        <p:nvSpPr>
          <p:cNvPr id="3" name="TextBox 2">
            <a:extLst>
              <a:ext uri="{FF2B5EF4-FFF2-40B4-BE49-F238E27FC236}">
                <a16:creationId xmlns:a16="http://schemas.microsoft.com/office/drawing/2014/main" id="{C6484C27-92AD-3EC6-C341-32BEA3F937BF}"/>
              </a:ext>
            </a:extLst>
          </p:cNvPr>
          <p:cNvSpPr txBox="1"/>
          <p:nvPr/>
        </p:nvSpPr>
        <p:spPr>
          <a:xfrm>
            <a:off x="1964268" y="1513795"/>
            <a:ext cx="1845732" cy="5965544"/>
          </a:xfrm>
          <a:prstGeom prst="rect">
            <a:avLst/>
          </a:prstGeom>
          <a:noFill/>
        </p:spPr>
        <p:txBody>
          <a:bodyPr wrap="square">
            <a:spAutoFit/>
          </a:bodyPr>
          <a:lstStyle/>
          <a:p>
            <a:pPr>
              <a:lnSpc>
                <a:spcPct val="115000"/>
              </a:lnSpc>
              <a:spcAft>
                <a:spcPts val="1000"/>
              </a:spcAft>
            </a:pPr>
            <a:r>
              <a:rPr lang="en-US" sz="1400" dirty="0">
                <a:effectLst/>
                <a:latin typeface="Calibri" panose="020F0502020204030204" pitchFamily="34" charset="0"/>
                <a:ea typeface="Calibri" panose="020F0502020204030204" pitchFamily="34" charset="0"/>
                <a:cs typeface="Arial" panose="020B0604020202020204" pitchFamily="34" charset="0"/>
              </a:rPr>
              <a:t>mov  bx, num2 + 20      </a:t>
            </a:r>
          </a:p>
          <a:p>
            <a:pPr>
              <a:lnSpc>
                <a:spcPct val="115000"/>
              </a:lnSpc>
              <a:spcAft>
                <a:spcPts val="1000"/>
              </a:spcAft>
            </a:pPr>
            <a:r>
              <a:rPr lang="en-US" sz="1400" dirty="0">
                <a:effectLst/>
                <a:latin typeface="Calibri" panose="020F0502020204030204" pitchFamily="34" charset="0"/>
                <a:ea typeface="Calibri" panose="020F0502020204030204" pitchFamily="34" charset="0"/>
                <a:cs typeface="Arial" panose="020B0604020202020204" pitchFamily="34" charset="0"/>
              </a:rPr>
              <a:t>    mov  ax, [bx]           </a:t>
            </a:r>
          </a:p>
          <a:p>
            <a:pPr>
              <a:lnSpc>
                <a:spcPct val="115000"/>
              </a:lnSpc>
              <a:spcAft>
                <a:spcPts val="1000"/>
              </a:spcAft>
            </a:pPr>
            <a:r>
              <a:rPr lang="en-US" sz="1400" dirty="0">
                <a:effectLst/>
                <a:latin typeface="Calibri" panose="020F0502020204030204" pitchFamily="34" charset="0"/>
                <a:ea typeface="Calibri" panose="020F0502020204030204" pitchFamily="34" charset="0"/>
                <a:cs typeface="Arial" panose="020B0604020202020204" pitchFamily="34" charset="0"/>
              </a:rPr>
              <a:t>    mov  [sort], ax         </a:t>
            </a:r>
          </a:p>
          <a:p>
            <a:pPr>
              <a:lnSpc>
                <a:spcPct val="115000"/>
              </a:lnSpc>
              <a:spcAft>
                <a:spcPts val="1000"/>
              </a:spcAft>
            </a:pPr>
            <a:endParaRPr lang="en-US" sz="1400" dirty="0">
              <a:effectLst/>
              <a:latin typeface="Calibri" panose="020F0502020204030204" pitchFamily="34" charset="0"/>
              <a:ea typeface="Calibri" panose="020F0502020204030204" pitchFamily="34" charset="0"/>
              <a:cs typeface="Arial" panose="020B0604020202020204" pitchFamily="34" charset="0"/>
            </a:endParaRPr>
          </a:p>
          <a:p>
            <a:pPr>
              <a:lnSpc>
                <a:spcPct val="115000"/>
              </a:lnSpc>
              <a:spcAft>
                <a:spcPts val="1000"/>
              </a:spcAft>
            </a:pPr>
            <a:r>
              <a:rPr lang="en-US" sz="1400" dirty="0">
                <a:effectLst/>
                <a:latin typeface="Calibri" panose="020F0502020204030204" pitchFamily="34" charset="0"/>
                <a:ea typeface="Calibri" panose="020F0502020204030204" pitchFamily="34" charset="0"/>
                <a:cs typeface="Arial" panose="020B0604020202020204" pitchFamily="34" charset="0"/>
              </a:rPr>
              <a:t>    sub  bx, 2              </a:t>
            </a:r>
          </a:p>
          <a:p>
            <a:pPr>
              <a:lnSpc>
                <a:spcPct val="115000"/>
              </a:lnSpc>
              <a:spcAft>
                <a:spcPts val="1000"/>
              </a:spcAft>
            </a:pPr>
            <a:r>
              <a:rPr lang="en-US" sz="1400" dirty="0">
                <a:effectLst/>
                <a:latin typeface="Calibri" panose="020F0502020204030204" pitchFamily="34" charset="0"/>
                <a:ea typeface="Calibri" panose="020F0502020204030204" pitchFamily="34" charset="0"/>
                <a:cs typeface="Arial" panose="020B0604020202020204" pitchFamily="34" charset="0"/>
              </a:rPr>
              <a:t>    mov  cx, 10             </a:t>
            </a:r>
          </a:p>
          <a:p>
            <a:pPr>
              <a:lnSpc>
                <a:spcPct val="115000"/>
              </a:lnSpc>
              <a:spcAft>
                <a:spcPts val="1000"/>
              </a:spcAft>
            </a:pPr>
            <a:endParaRPr lang="en-US" sz="1400" dirty="0">
              <a:effectLst/>
              <a:latin typeface="Calibri" panose="020F0502020204030204" pitchFamily="34" charset="0"/>
              <a:ea typeface="Calibri" panose="020F0502020204030204" pitchFamily="34" charset="0"/>
              <a:cs typeface="Arial" panose="020B0604020202020204" pitchFamily="34" charset="0"/>
            </a:endParaRPr>
          </a:p>
          <a:p>
            <a:pPr>
              <a:lnSpc>
                <a:spcPct val="115000"/>
              </a:lnSpc>
              <a:spcAft>
                <a:spcPts val="1000"/>
              </a:spcAft>
            </a:pPr>
            <a:endParaRPr lang="en-US" sz="1400" dirty="0">
              <a:effectLst/>
              <a:latin typeface="Calibri" panose="020F0502020204030204" pitchFamily="34" charset="0"/>
              <a:ea typeface="Calibri" panose="020F0502020204030204" pitchFamily="34" charset="0"/>
              <a:cs typeface="Arial" panose="020B0604020202020204" pitchFamily="34" charset="0"/>
            </a:endParaRPr>
          </a:p>
          <a:p>
            <a:pPr>
              <a:lnSpc>
                <a:spcPct val="115000"/>
              </a:lnSpc>
              <a:spcAft>
                <a:spcPts val="1000"/>
              </a:spcAft>
            </a:pPr>
            <a:r>
              <a:rPr lang="en-US" sz="1400" dirty="0">
                <a:effectLst/>
                <a:latin typeface="Calibri" panose="020F0502020204030204" pitchFamily="34" charset="0"/>
                <a:ea typeface="Calibri" panose="020F0502020204030204" pitchFamily="34" charset="0"/>
                <a:cs typeface="Arial" panose="020B0604020202020204" pitchFamily="34" charset="0"/>
              </a:rPr>
              <a:t>     </a:t>
            </a:r>
          </a:p>
          <a:p>
            <a:pPr>
              <a:lnSpc>
                <a:spcPct val="115000"/>
              </a:lnSpc>
              <a:spcAft>
                <a:spcPts val="1000"/>
              </a:spcAft>
            </a:pPr>
            <a:endParaRPr lang="en-US" sz="1400" dirty="0">
              <a:effectLst/>
              <a:latin typeface="Calibri" panose="020F0502020204030204" pitchFamily="34" charset="0"/>
              <a:ea typeface="Calibri" panose="020F0502020204030204" pitchFamily="34" charset="0"/>
              <a:cs typeface="Arial" panose="020B0604020202020204" pitchFamily="34" charset="0"/>
            </a:endParaRPr>
          </a:p>
          <a:p>
            <a:pPr>
              <a:lnSpc>
                <a:spcPct val="115000"/>
              </a:lnSpc>
              <a:spcAft>
                <a:spcPts val="1000"/>
              </a:spcAft>
            </a:pPr>
            <a:endParaRPr lang="en-US" sz="1400" dirty="0">
              <a:effectLst/>
              <a:latin typeface="Calibri" panose="020F0502020204030204" pitchFamily="34" charset="0"/>
              <a:ea typeface="Calibri" panose="020F0502020204030204" pitchFamily="34" charset="0"/>
              <a:cs typeface="Arial" panose="020B0604020202020204" pitchFamily="34" charset="0"/>
            </a:endParaRPr>
          </a:p>
          <a:p>
            <a:pPr>
              <a:lnSpc>
                <a:spcPct val="115000"/>
              </a:lnSpc>
              <a:spcAft>
                <a:spcPts val="1000"/>
              </a:spcAft>
            </a:pPr>
            <a:endParaRPr lang="en-US" sz="1400" dirty="0">
              <a:effectLst/>
              <a:latin typeface="Calibri" panose="020F0502020204030204" pitchFamily="34" charset="0"/>
              <a:ea typeface="Calibri" panose="020F0502020204030204" pitchFamily="34" charset="0"/>
              <a:cs typeface="Arial" panose="020B0604020202020204" pitchFamily="34" charset="0"/>
            </a:endParaRPr>
          </a:p>
          <a:p>
            <a:pPr>
              <a:lnSpc>
                <a:spcPct val="115000"/>
              </a:lnSpc>
              <a:spcAft>
                <a:spcPts val="1000"/>
              </a:spcAft>
            </a:pPr>
            <a:r>
              <a:rPr lang="en-US" sz="1400" dirty="0">
                <a:effectLst/>
                <a:latin typeface="Calibri" panose="020F0502020204030204" pitchFamily="34" charset="0"/>
                <a:ea typeface="Calibri" panose="020F0502020204030204" pitchFamily="34" charset="0"/>
                <a:cs typeface="Arial" panose="020B0604020202020204" pitchFamily="34" charset="0"/>
              </a:rPr>
              <a:t>	</a:t>
            </a:r>
          </a:p>
          <a:p>
            <a:pPr>
              <a:lnSpc>
                <a:spcPct val="115000"/>
              </a:lnSpc>
              <a:spcAft>
                <a:spcPts val="1000"/>
              </a:spcAft>
            </a:pPr>
            <a:endParaRPr lang="en-US" sz="1400" dirty="0">
              <a:effectLst/>
              <a:latin typeface="Calibri" panose="020F0502020204030204" pitchFamily="34" charset="0"/>
              <a:ea typeface="Calibri" panose="020F0502020204030204" pitchFamily="34" charset="0"/>
              <a:cs typeface="Arial" panose="020B0604020202020204" pitchFamily="34" charset="0"/>
            </a:endParaRPr>
          </a:p>
          <a:p>
            <a:pPr>
              <a:lnSpc>
                <a:spcPct val="115000"/>
              </a:lnSpc>
              <a:spcAft>
                <a:spcPts val="1000"/>
              </a:spcAft>
            </a:pPr>
            <a:endParaRPr lang="en-US" sz="1400" dirty="0">
              <a:effectLst/>
              <a:latin typeface="Calibri" panose="020F0502020204030204" pitchFamily="34" charset="0"/>
              <a:ea typeface="Calibri" panose="020F0502020204030204" pitchFamily="34" charset="0"/>
              <a:cs typeface="Arial" panose="020B0604020202020204" pitchFamily="34" charset="0"/>
            </a:endParaRPr>
          </a:p>
          <a:p>
            <a:pPr>
              <a:lnSpc>
                <a:spcPct val="115000"/>
              </a:lnSpc>
              <a:spcAft>
                <a:spcPts val="1000"/>
              </a:spcAft>
            </a:pPr>
            <a:endParaRPr lang="en-US" sz="1400" dirty="0">
              <a:effectLst/>
              <a:latin typeface="Calibri" panose="020F0502020204030204" pitchFamily="34" charset="0"/>
              <a:ea typeface="Calibri" panose="020F0502020204030204" pitchFamily="34" charset="0"/>
              <a:cs typeface="Arial" panose="020B0604020202020204" pitchFamily="34" charset="0"/>
            </a:endParaRPr>
          </a:p>
        </p:txBody>
      </p:sp>
      <p:cxnSp>
        <p:nvCxnSpPr>
          <p:cNvPr id="5" name="Connector: Curved 4">
            <a:extLst>
              <a:ext uri="{FF2B5EF4-FFF2-40B4-BE49-F238E27FC236}">
                <a16:creationId xmlns:a16="http://schemas.microsoft.com/office/drawing/2014/main" id="{525552E3-E296-D7F6-28CC-DE406AE3DDB7}"/>
              </a:ext>
            </a:extLst>
          </p:cNvPr>
          <p:cNvCxnSpPr>
            <a:cxnSpLocks/>
          </p:cNvCxnSpPr>
          <p:nvPr/>
        </p:nvCxnSpPr>
        <p:spPr>
          <a:xfrm flipV="1">
            <a:off x="3649133" y="1710267"/>
            <a:ext cx="785909" cy="718298"/>
          </a:xfrm>
          <a:prstGeom prst="curvedConnector3">
            <a:avLst>
              <a:gd name="adj1" fmla="val 50000"/>
            </a:avLst>
          </a:prstGeom>
          <a:ln>
            <a:solidFill>
              <a:schemeClr val="bg1">
                <a:lumMod val="10000"/>
              </a:schemeClr>
            </a:solidFill>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8715820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530">
          <a:extLst>
            <a:ext uri="{FF2B5EF4-FFF2-40B4-BE49-F238E27FC236}">
              <a16:creationId xmlns:a16="http://schemas.microsoft.com/office/drawing/2014/main" id="{62597063-0BAE-9788-4EF1-03628A6FE845}"/>
            </a:ext>
          </a:extLst>
        </p:cNvPr>
        <p:cNvGrpSpPr/>
        <p:nvPr/>
      </p:nvGrpSpPr>
      <p:grpSpPr>
        <a:xfrm>
          <a:off x="0" y="0"/>
          <a:ext cx="0" cy="0"/>
          <a:chOff x="0" y="0"/>
          <a:chExt cx="0" cy="0"/>
        </a:xfrm>
      </p:grpSpPr>
      <p:sp>
        <p:nvSpPr>
          <p:cNvPr id="1531" name="Google Shape;1531;p39">
            <a:extLst>
              <a:ext uri="{FF2B5EF4-FFF2-40B4-BE49-F238E27FC236}">
                <a16:creationId xmlns:a16="http://schemas.microsoft.com/office/drawing/2014/main" id="{C107EAA3-D342-D46A-AF99-ECA75235F71B}"/>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algn="ctr" rtl="0" fontAlgn="base"/>
            <a:r>
              <a:rPr lang="en-US" sz="2400" b="1" dirty="0">
                <a:solidFill>
                  <a:schemeClr val="dk2"/>
                </a:solidFill>
                <a:latin typeface="IBM Plex Mono"/>
                <a:sym typeface="IBM Plex Mono"/>
              </a:rPr>
              <a:t>Project Implementation with output screenshots </a:t>
            </a:r>
            <a:br>
              <a:rPr lang="en-US" sz="2400" b="1" dirty="0">
                <a:solidFill>
                  <a:schemeClr val="dk2"/>
                </a:solidFill>
                <a:latin typeface="IBM Plex Mono"/>
                <a:sym typeface="IBM Plex Mono"/>
              </a:rPr>
            </a:br>
            <a:br>
              <a:rPr lang="en-US" sz="2400" b="1" dirty="0">
                <a:solidFill>
                  <a:schemeClr val="dk2"/>
                </a:solidFill>
                <a:latin typeface="IBM Plex Mono"/>
                <a:sym typeface="IBM Plex Mono"/>
              </a:rPr>
            </a:br>
            <a:endParaRPr lang="en-US" sz="2400" b="1" i="0" dirty="0">
              <a:solidFill>
                <a:schemeClr val="tx1">
                  <a:lumMod val="90000"/>
                  <a:lumOff val="10000"/>
                </a:schemeClr>
              </a:solidFill>
              <a:effectLst/>
              <a:latin typeface="Segoe UI" panose="020B0502040204020203" pitchFamily="34" charset="0"/>
            </a:endParaRPr>
          </a:p>
        </p:txBody>
      </p:sp>
      <p:grpSp>
        <p:nvGrpSpPr>
          <p:cNvPr id="1534" name="Google Shape;1534;p39">
            <a:extLst>
              <a:ext uri="{FF2B5EF4-FFF2-40B4-BE49-F238E27FC236}">
                <a16:creationId xmlns:a16="http://schemas.microsoft.com/office/drawing/2014/main" id="{0C9845B7-8D43-3ADE-6AB9-B11259058F82}"/>
              </a:ext>
            </a:extLst>
          </p:cNvPr>
          <p:cNvGrpSpPr/>
          <p:nvPr/>
        </p:nvGrpSpPr>
        <p:grpSpPr>
          <a:xfrm>
            <a:off x="-123925" y="4132283"/>
            <a:ext cx="4558967" cy="1141122"/>
            <a:chOff x="-123925" y="4132283"/>
            <a:chExt cx="4558967" cy="1141122"/>
          </a:xfrm>
        </p:grpSpPr>
        <p:grpSp>
          <p:nvGrpSpPr>
            <p:cNvPr id="1535" name="Google Shape;1535;p39">
              <a:extLst>
                <a:ext uri="{FF2B5EF4-FFF2-40B4-BE49-F238E27FC236}">
                  <a16:creationId xmlns:a16="http://schemas.microsoft.com/office/drawing/2014/main" id="{474375FB-6DD9-5F39-A561-6976FB7E2B10}"/>
                </a:ext>
              </a:extLst>
            </p:cNvPr>
            <p:cNvGrpSpPr/>
            <p:nvPr/>
          </p:nvGrpSpPr>
          <p:grpSpPr>
            <a:xfrm>
              <a:off x="-2" y="4132283"/>
              <a:ext cx="2308406" cy="1141122"/>
              <a:chOff x="-2" y="4132283"/>
              <a:chExt cx="2308406" cy="1141122"/>
            </a:xfrm>
          </p:grpSpPr>
          <p:sp>
            <p:nvSpPr>
              <p:cNvPr id="1536" name="Google Shape;1536;p39">
                <a:extLst>
                  <a:ext uri="{FF2B5EF4-FFF2-40B4-BE49-F238E27FC236}">
                    <a16:creationId xmlns:a16="http://schemas.microsoft.com/office/drawing/2014/main" id="{1EC2BB93-A410-A80E-0E18-1AE6BB63FCB7}"/>
                  </a:ext>
                </a:extLst>
              </p:cNvPr>
              <p:cNvSpPr/>
              <p:nvPr/>
            </p:nvSpPr>
            <p:spPr>
              <a:xfrm rot="5400000">
                <a:off x="663005" y="3628622"/>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1537;p39">
                <a:extLst>
                  <a:ext uri="{FF2B5EF4-FFF2-40B4-BE49-F238E27FC236}">
                    <a16:creationId xmlns:a16="http://schemas.microsoft.com/office/drawing/2014/main" id="{3E294045-CB24-4843-001E-54D3FBDEED67}"/>
                  </a:ext>
                </a:extLst>
              </p:cNvPr>
              <p:cNvSpPr/>
              <p:nvPr/>
            </p:nvSpPr>
            <p:spPr>
              <a:xfrm rot="5400000">
                <a:off x="663620" y="3469276"/>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8" name="Google Shape;1538;p39">
              <a:extLst>
                <a:ext uri="{FF2B5EF4-FFF2-40B4-BE49-F238E27FC236}">
                  <a16:creationId xmlns:a16="http://schemas.microsoft.com/office/drawing/2014/main" id="{DA75AC10-01F3-96D4-D892-C91A0684C018}"/>
                </a:ext>
              </a:extLst>
            </p:cNvPr>
            <p:cNvGrpSpPr/>
            <p:nvPr/>
          </p:nvGrpSpPr>
          <p:grpSpPr>
            <a:xfrm>
              <a:off x="-123925" y="4386226"/>
              <a:ext cx="4558967" cy="134100"/>
              <a:chOff x="796100" y="3019701"/>
              <a:chExt cx="4558967" cy="134100"/>
            </a:xfrm>
          </p:grpSpPr>
          <p:sp>
            <p:nvSpPr>
              <p:cNvPr id="1539" name="Google Shape;1539;p39">
                <a:extLst>
                  <a:ext uri="{FF2B5EF4-FFF2-40B4-BE49-F238E27FC236}">
                    <a16:creationId xmlns:a16="http://schemas.microsoft.com/office/drawing/2014/main" id="{764381D2-ED15-2E2A-668D-1F19DD16C4C8}"/>
                  </a:ext>
                </a:extLst>
              </p:cNvPr>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540" name="Google Shape;1540;p39">
                <a:extLst>
                  <a:ext uri="{FF2B5EF4-FFF2-40B4-BE49-F238E27FC236}">
                    <a16:creationId xmlns:a16="http://schemas.microsoft.com/office/drawing/2014/main" id="{795C4435-443C-3CEB-3129-E3C71FB099D6}"/>
                  </a:ext>
                </a:extLst>
              </p:cNvPr>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541" name="Google Shape;1541;p39">
                <a:extLst>
                  <a:ext uri="{FF2B5EF4-FFF2-40B4-BE49-F238E27FC236}">
                    <a16:creationId xmlns:a16="http://schemas.microsoft.com/office/drawing/2014/main" id="{7E1BCAAC-7944-8706-C994-017A46C9DADD}"/>
                  </a:ext>
                </a:extLst>
              </p:cNvPr>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aphicFrame>
        <p:nvGraphicFramePr>
          <p:cNvPr id="5" name="Table 4">
            <a:extLst>
              <a:ext uri="{FF2B5EF4-FFF2-40B4-BE49-F238E27FC236}">
                <a16:creationId xmlns:a16="http://schemas.microsoft.com/office/drawing/2014/main" id="{E56D5664-9711-0395-B861-C0D78C58B9D0}"/>
              </a:ext>
            </a:extLst>
          </p:cNvPr>
          <p:cNvGraphicFramePr>
            <a:graphicFrameLocks noGrp="1"/>
          </p:cNvGraphicFramePr>
          <p:nvPr>
            <p:extLst>
              <p:ext uri="{D42A27DB-BD31-4B8C-83A1-F6EECF244321}">
                <p14:modId xmlns:p14="http://schemas.microsoft.com/office/powerpoint/2010/main" val="415565499"/>
              </p:ext>
            </p:extLst>
          </p:nvPr>
        </p:nvGraphicFramePr>
        <p:xfrm>
          <a:off x="1817350" y="1368825"/>
          <a:ext cx="5665692" cy="3635248"/>
        </p:xfrm>
        <a:graphic>
          <a:graphicData uri="http://schemas.openxmlformats.org/drawingml/2006/table">
            <a:tbl>
              <a:tblPr rtl="1" firstRow="1" bandRow="1">
                <a:tableStyleId>{21E4AEA4-8DFA-4A89-87EB-49C32662AFE0}</a:tableStyleId>
              </a:tblPr>
              <a:tblGrid>
                <a:gridCol w="1888564">
                  <a:extLst>
                    <a:ext uri="{9D8B030D-6E8A-4147-A177-3AD203B41FA5}">
                      <a16:colId xmlns:a16="http://schemas.microsoft.com/office/drawing/2014/main" val="2530759511"/>
                    </a:ext>
                  </a:extLst>
                </a:gridCol>
                <a:gridCol w="1888564">
                  <a:extLst>
                    <a:ext uri="{9D8B030D-6E8A-4147-A177-3AD203B41FA5}">
                      <a16:colId xmlns:a16="http://schemas.microsoft.com/office/drawing/2014/main" val="4277969677"/>
                    </a:ext>
                  </a:extLst>
                </a:gridCol>
                <a:gridCol w="1888564">
                  <a:extLst>
                    <a:ext uri="{9D8B030D-6E8A-4147-A177-3AD203B41FA5}">
                      <a16:colId xmlns:a16="http://schemas.microsoft.com/office/drawing/2014/main" val="2533486590"/>
                    </a:ext>
                  </a:extLst>
                </a:gridCol>
              </a:tblGrid>
              <a:tr h="247195">
                <a:tc gridSpan="3">
                  <a:txBody>
                    <a:bodyPr/>
                    <a:lstStyle/>
                    <a:p>
                      <a:pPr algn="ctr" rtl="1"/>
                      <a:r>
                        <a:rPr lang="en-US" sz="1200" b="0" dirty="0">
                          <a:latin typeface="IBM Plex Mono Medium" panose="020B0609050203000203" pitchFamily="49" charset="0"/>
                        </a:rPr>
                        <a:t>Even</a:t>
                      </a:r>
                      <a:endParaRPr lang="ar-SA" sz="1200" b="0" i="0" u="none" strike="noStrike" kern="1200" cap="none" dirty="0">
                        <a:solidFill>
                          <a:schemeClr val="tx1">
                            <a:lumMod val="95000"/>
                            <a:lumOff val="5000"/>
                          </a:schemeClr>
                        </a:solidFill>
                        <a:latin typeface="IBM Plex Mono Medium" panose="020B0609050203000203" pitchFamily="49" charset="0"/>
                        <a:ea typeface="+mn-ea"/>
                        <a:cs typeface="+mn-cs"/>
                        <a:sym typeface="Arial"/>
                      </a:endParaRPr>
                    </a:p>
                  </a:txBody>
                  <a:tcPr/>
                </a:tc>
                <a:tc hMerge="1">
                  <a:txBody>
                    <a:bodyPr/>
                    <a:lstStyle/>
                    <a:p>
                      <a:pPr rtl="1"/>
                      <a:endParaRPr lang="ar-SA" dirty="0"/>
                    </a:p>
                  </a:txBody>
                  <a:tcPr/>
                </a:tc>
                <a:tc hMerge="1">
                  <a:txBody>
                    <a:bodyPr/>
                    <a:lstStyle/>
                    <a:p>
                      <a:pPr rtl="1"/>
                      <a:endParaRPr lang="ar-SA" dirty="0"/>
                    </a:p>
                  </a:txBody>
                  <a:tcPr/>
                </a:tc>
                <a:extLst>
                  <a:ext uri="{0D108BD9-81ED-4DB2-BD59-A6C34878D82A}">
                    <a16:rowId xmlns:a16="http://schemas.microsoft.com/office/drawing/2014/main" val="3862782652"/>
                  </a:ext>
                </a:extLst>
              </a:tr>
              <a:tr h="247195">
                <a:tc>
                  <a:txBody>
                    <a:bodyPr/>
                    <a:lstStyle/>
                    <a:p>
                      <a:pPr algn="ctr" rtl="1"/>
                      <a:r>
                        <a:rPr lang="en-US" sz="1200" b="0" i="0" u="none" strike="noStrike" kern="1200" cap="none" dirty="0">
                          <a:solidFill>
                            <a:schemeClr val="tx1">
                              <a:lumMod val="95000"/>
                              <a:lumOff val="5000"/>
                            </a:schemeClr>
                          </a:solidFill>
                          <a:latin typeface="IBM Plex Mono Medium" panose="020B0609050203000203" pitchFamily="49" charset="0"/>
                          <a:ea typeface="+mn-ea"/>
                          <a:cs typeface="+mn-cs"/>
                          <a:sym typeface="Arial"/>
                        </a:rPr>
                        <a:t>dec</a:t>
                      </a:r>
                      <a:endParaRPr lang="ar-SA" sz="1200" b="0" i="0" u="none" strike="noStrike" kern="1200" cap="none" dirty="0">
                        <a:solidFill>
                          <a:schemeClr val="tx1">
                            <a:lumMod val="95000"/>
                            <a:lumOff val="5000"/>
                          </a:schemeClr>
                        </a:solidFill>
                        <a:latin typeface="IBM Plex Mono Medium" panose="020B0609050203000203" pitchFamily="49" charset="0"/>
                        <a:ea typeface="+mn-ea"/>
                        <a:cs typeface="+mn-cs"/>
                        <a:sym typeface="Arial"/>
                      </a:endParaRPr>
                    </a:p>
                  </a:txBody>
                  <a:tcPr/>
                </a:tc>
                <a:tc>
                  <a:txBody>
                    <a:bodyPr/>
                    <a:lstStyle/>
                    <a:p>
                      <a:pPr algn="ctr" rtl="1"/>
                      <a:r>
                        <a:rPr lang="en-US" sz="1200" b="0" i="0" u="none" strike="noStrike" kern="1200" cap="none" dirty="0">
                          <a:solidFill>
                            <a:schemeClr val="tx1">
                              <a:lumMod val="95000"/>
                              <a:lumOff val="5000"/>
                            </a:schemeClr>
                          </a:solidFill>
                          <a:latin typeface="IBM Plex Mono Medium" panose="020B0609050203000203" pitchFamily="49" charset="0"/>
                          <a:ea typeface="+mn-ea"/>
                          <a:cs typeface="+mn-cs"/>
                          <a:sym typeface="Arial"/>
                        </a:rPr>
                        <a:t>hex</a:t>
                      </a:r>
                      <a:endParaRPr lang="ar-SA" sz="1200" b="0" i="0" u="none" strike="noStrike" kern="1200" cap="none" dirty="0">
                        <a:solidFill>
                          <a:schemeClr val="tx1">
                            <a:lumMod val="95000"/>
                            <a:lumOff val="5000"/>
                          </a:schemeClr>
                        </a:solidFill>
                        <a:latin typeface="IBM Plex Mono Medium" panose="020B0609050203000203" pitchFamily="49" charset="0"/>
                        <a:ea typeface="+mn-ea"/>
                        <a:cs typeface="+mn-cs"/>
                        <a:sym typeface="Arial"/>
                      </a:endParaRPr>
                    </a:p>
                  </a:txBody>
                  <a:tcPr/>
                </a:tc>
                <a:tc>
                  <a:txBody>
                    <a:bodyPr/>
                    <a:lstStyle/>
                    <a:p>
                      <a:pPr algn="ctr" rtl="1"/>
                      <a:endParaRPr lang="ar-SA" sz="1200" b="0" i="0" u="none" strike="noStrike" kern="1200" cap="none" dirty="0">
                        <a:solidFill>
                          <a:schemeClr val="tx1">
                            <a:lumMod val="95000"/>
                            <a:lumOff val="5000"/>
                          </a:schemeClr>
                        </a:solidFill>
                        <a:latin typeface="IBM Plex Mono Medium" panose="020B0609050203000203" pitchFamily="49" charset="0"/>
                        <a:ea typeface="+mn-ea"/>
                        <a:cs typeface="+mn-cs"/>
                        <a:sym typeface="Arial"/>
                      </a:endParaRPr>
                    </a:p>
                  </a:txBody>
                  <a:tcPr/>
                </a:tc>
                <a:extLst>
                  <a:ext uri="{0D108BD9-81ED-4DB2-BD59-A6C34878D82A}">
                    <a16:rowId xmlns:a16="http://schemas.microsoft.com/office/drawing/2014/main" val="1027562049"/>
                  </a:ext>
                </a:extLst>
              </a:tr>
              <a:tr h="352523">
                <a:tc>
                  <a:txBody>
                    <a:bodyPr/>
                    <a:lstStyle/>
                    <a:p>
                      <a:pPr algn="ctr" rtl="1"/>
                      <a:r>
                        <a:rPr lang="en-US" sz="1200" dirty="0"/>
                        <a:t>16</a:t>
                      </a:r>
                      <a:endParaRPr lang="ar-SA" sz="1200" dirty="0"/>
                    </a:p>
                  </a:txBody>
                  <a:tcPr/>
                </a:tc>
                <a:tc>
                  <a:txBody>
                    <a:bodyPr/>
                    <a:lstStyle/>
                    <a:p>
                      <a:pPr rtl="1"/>
                      <a:endParaRPr lang="en-US" sz="1200" dirty="0"/>
                    </a:p>
                    <a:p>
                      <a:pPr rtl="1"/>
                      <a:endParaRPr lang="en-US" sz="1200" dirty="0"/>
                    </a:p>
                    <a:p>
                      <a:pPr rtl="1"/>
                      <a:endParaRPr lang="ar-SA" sz="1200" dirty="0"/>
                    </a:p>
                  </a:txBody>
                  <a:tcPr/>
                </a:tc>
                <a:tc>
                  <a:txBody>
                    <a:bodyPr/>
                    <a:lstStyle/>
                    <a:p>
                      <a:pPr algn="ctr" rtl="1">
                        <a:lnSpc>
                          <a:spcPct val="115000"/>
                        </a:lnSpc>
                        <a:spcAft>
                          <a:spcPts val="1000"/>
                        </a:spcAft>
                      </a:pPr>
                      <a:r>
                        <a:rPr kumimoji="0" lang="en-US" sz="1200" b="0" i="0" u="none" strike="noStrike" kern="1200" cap="none" spc="0" normalizeH="0" baseline="0" noProof="0" dirty="0">
                          <a:ln>
                            <a:noFill/>
                          </a:ln>
                          <a:solidFill>
                            <a:srgbClr val="1D1D1D">
                              <a:lumMod val="95000"/>
                              <a:lumOff val="5000"/>
                            </a:srgbClr>
                          </a:solidFill>
                          <a:effectLst/>
                          <a:uLnTx/>
                          <a:uFillTx/>
                          <a:latin typeface="IBM Plex Mono Medium" panose="020B0609050203000203" pitchFamily="49" charset="0"/>
                          <a:ea typeface="+mn-ea"/>
                          <a:cs typeface="+mn-cs"/>
                          <a:sym typeface="Arial"/>
                        </a:rPr>
                        <a:t>[even]</a:t>
                      </a:r>
                      <a:endParaRPr lang="en-US" sz="12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972194686"/>
                  </a:ext>
                </a:extLst>
              </a:tr>
              <a:tr h="471597">
                <a:tc>
                  <a:txBody>
                    <a:bodyPr/>
                    <a:lstStyle/>
                    <a:p>
                      <a:pPr algn="ctr" rtl="1"/>
                      <a:r>
                        <a:rPr lang="en-US" sz="1200" dirty="0"/>
                        <a:t>18</a:t>
                      </a:r>
                      <a:endParaRPr lang="ar-SA" sz="1200" dirty="0"/>
                    </a:p>
                  </a:txBody>
                  <a:tcPr/>
                </a:tc>
                <a:tc>
                  <a:txBody>
                    <a:bodyPr/>
                    <a:lstStyle/>
                    <a:p>
                      <a:pPr rtl="1"/>
                      <a:endParaRPr lang="en-US" sz="1200" dirty="0"/>
                    </a:p>
                    <a:p>
                      <a:pPr rtl="1"/>
                      <a:endParaRPr lang="ar-SA" sz="1200" dirty="0"/>
                    </a:p>
                  </a:txBody>
                  <a:tcPr/>
                </a:tc>
                <a:tc>
                  <a:txBody>
                    <a:bodyPr/>
                    <a:lstStyle/>
                    <a:p>
                      <a:pPr marL="0" marR="0" lvl="0" indent="0" algn="ctr" defTabSz="914400" rtl="1" eaLnBrk="1" fontAlgn="auto" latinLnBrk="0" hangingPunct="1">
                        <a:lnSpc>
                          <a:spcPct val="115000"/>
                        </a:lnSpc>
                        <a:spcBef>
                          <a:spcPts val="0"/>
                        </a:spcBef>
                        <a:spcAft>
                          <a:spcPts val="1000"/>
                        </a:spcAft>
                        <a:buClr>
                          <a:srgbClr val="000000"/>
                        </a:buClr>
                        <a:buSzTx/>
                        <a:buFont typeface="Arial"/>
                        <a:buNone/>
                        <a:tabLst/>
                        <a:defRPr/>
                      </a:pPr>
                      <a:r>
                        <a:rPr kumimoji="0" lang="en-US" sz="1200" b="0" i="0" u="none" strike="noStrike" kern="1200" cap="none" spc="0" normalizeH="0" baseline="0" noProof="0" dirty="0">
                          <a:ln>
                            <a:noFill/>
                          </a:ln>
                          <a:solidFill>
                            <a:srgbClr val="1D1D1D">
                              <a:lumMod val="95000"/>
                              <a:lumOff val="5000"/>
                            </a:srgbClr>
                          </a:solidFill>
                          <a:effectLst/>
                          <a:uLnTx/>
                          <a:uFillTx/>
                          <a:latin typeface="IBM Plex Mono Medium" panose="020B0609050203000203" pitchFamily="49" charset="0"/>
                          <a:ea typeface="+mn-ea"/>
                          <a:cs typeface="+mn-cs"/>
                          <a:sym typeface="Arial"/>
                        </a:rPr>
                        <a:t>[even+2]</a:t>
                      </a:r>
                      <a:endParaRPr kumimoji="0" lang="en-US" sz="1200" b="0" i="0" u="none" strike="noStrike" kern="0" cap="none" spc="0" normalizeH="0" baseline="0" noProof="0" dirty="0">
                        <a:ln>
                          <a:noFill/>
                        </a:ln>
                        <a:solidFill>
                          <a:srgbClr val="1D1D1D"/>
                        </a:solidFill>
                        <a:effectLst/>
                        <a:uLnTx/>
                        <a:uFillTx/>
                        <a:latin typeface="Calibri" panose="020F0502020204030204" pitchFamily="34" charset="0"/>
                        <a:ea typeface="Calibri" panose="020F0502020204030204" pitchFamily="34" charset="0"/>
                        <a:cs typeface="Arial" panose="020B0604020202020204" pitchFamily="34" charset="0"/>
                        <a:sym typeface="Arial"/>
                      </a:endParaRPr>
                    </a:p>
                    <a:p>
                      <a:pPr rtl="1"/>
                      <a:endParaRPr lang="ar-SA" sz="1200" dirty="0"/>
                    </a:p>
                  </a:txBody>
                  <a:tcPr/>
                </a:tc>
                <a:extLst>
                  <a:ext uri="{0D108BD9-81ED-4DB2-BD59-A6C34878D82A}">
                    <a16:rowId xmlns:a16="http://schemas.microsoft.com/office/drawing/2014/main" val="654820421"/>
                  </a:ext>
                </a:extLst>
              </a:tr>
              <a:tr h="471597">
                <a:tc>
                  <a:txBody>
                    <a:bodyPr/>
                    <a:lstStyle/>
                    <a:p>
                      <a:pPr algn="ctr" rtl="1"/>
                      <a:r>
                        <a:rPr lang="en-US" sz="1200" dirty="0"/>
                        <a:t>20</a:t>
                      </a:r>
                      <a:endParaRPr lang="ar-SA" sz="1200" dirty="0"/>
                    </a:p>
                  </a:txBody>
                  <a:tcPr/>
                </a:tc>
                <a:tc>
                  <a:txBody>
                    <a:bodyPr/>
                    <a:lstStyle/>
                    <a:p>
                      <a:pPr rtl="1"/>
                      <a:endParaRPr lang="ar-SA" sz="1200" dirty="0"/>
                    </a:p>
                  </a:txBody>
                  <a:tcPr/>
                </a:tc>
                <a:tc>
                  <a:txBody>
                    <a:bodyPr/>
                    <a:lstStyle/>
                    <a:p>
                      <a:pPr marL="0" marR="0" lvl="0" indent="0" algn="ctr" defTabSz="914400" rtl="1" eaLnBrk="1" fontAlgn="auto" latinLnBrk="0" hangingPunct="1">
                        <a:lnSpc>
                          <a:spcPct val="115000"/>
                        </a:lnSpc>
                        <a:spcBef>
                          <a:spcPts val="0"/>
                        </a:spcBef>
                        <a:spcAft>
                          <a:spcPts val="1000"/>
                        </a:spcAft>
                        <a:buClr>
                          <a:srgbClr val="000000"/>
                        </a:buClr>
                        <a:buSzTx/>
                        <a:buFont typeface="Arial"/>
                        <a:buNone/>
                        <a:tabLst/>
                        <a:defRPr/>
                      </a:pPr>
                      <a:r>
                        <a:rPr kumimoji="0" lang="en-US" sz="1200" b="0" i="0" u="none" strike="noStrike" kern="1200" cap="none" spc="0" normalizeH="0" baseline="0" noProof="0" dirty="0">
                          <a:ln>
                            <a:noFill/>
                          </a:ln>
                          <a:solidFill>
                            <a:srgbClr val="1D1D1D">
                              <a:lumMod val="95000"/>
                              <a:lumOff val="5000"/>
                            </a:srgbClr>
                          </a:solidFill>
                          <a:effectLst/>
                          <a:uLnTx/>
                          <a:uFillTx/>
                          <a:latin typeface="IBM Plex Mono Medium" panose="020B0609050203000203" pitchFamily="49" charset="0"/>
                          <a:ea typeface="+mn-ea"/>
                          <a:cs typeface="+mn-cs"/>
                          <a:sym typeface="Arial"/>
                        </a:rPr>
                        <a:t>[even+4]</a:t>
                      </a:r>
                      <a:endParaRPr kumimoji="0" lang="en-US" sz="1200" b="0" i="0" u="none" strike="noStrike" kern="0" cap="none" spc="0" normalizeH="0" baseline="0" noProof="0" dirty="0">
                        <a:ln>
                          <a:noFill/>
                        </a:ln>
                        <a:solidFill>
                          <a:srgbClr val="1D1D1D"/>
                        </a:solidFill>
                        <a:effectLst/>
                        <a:uLnTx/>
                        <a:uFillTx/>
                        <a:latin typeface="Calibri" panose="020F0502020204030204" pitchFamily="34" charset="0"/>
                        <a:ea typeface="Calibri" panose="020F0502020204030204" pitchFamily="34" charset="0"/>
                        <a:cs typeface="Arial" panose="020B0604020202020204" pitchFamily="34" charset="0"/>
                        <a:sym typeface="Arial"/>
                      </a:endParaRPr>
                    </a:p>
                    <a:p>
                      <a:pPr rtl="1"/>
                      <a:endParaRPr lang="ar-SA" sz="1200" dirty="0"/>
                    </a:p>
                  </a:txBody>
                  <a:tcPr/>
                </a:tc>
                <a:extLst>
                  <a:ext uri="{0D108BD9-81ED-4DB2-BD59-A6C34878D82A}">
                    <a16:rowId xmlns:a16="http://schemas.microsoft.com/office/drawing/2014/main" val="48491440"/>
                  </a:ext>
                </a:extLst>
              </a:tr>
              <a:tr h="471597">
                <a:tc>
                  <a:txBody>
                    <a:bodyPr/>
                    <a:lstStyle/>
                    <a:p>
                      <a:pPr algn="ctr" rtl="1"/>
                      <a:r>
                        <a:rPr lang="en-US" sz="1200" dirty="0"/>
                        <a:t>22</a:t>
                      </a:r>
                      <a:endParaRPr lang="ar-SA" sz="1200" dirty="0"/>
                    </a:p>
                  </a:txBody>
                  <a:tcPr/>
                </a:tc>
                <a:tc>
                  <a:txBody>
                    <a:bodyPr/>
                    <a:lstStyle/>
                    <a:p>
                      <a:pPr rtl="1"/>
                      <a:endParaRPr lang="ar-SA" sz="1200" dirty="0"/>
                    </a:p>
                  </a:txBody>
                  <a:tcPr/>
                </a:tc>
                <a:tc>
                  <a:txBody>
                    <a:bodyPr/>
                    <a:lstStyle/>
                    <a:p>
                      <a:pPr marL="0" marR="0" lvl="0" indent="0" algn="ctr" defTabSz="914400" rtl="1" eaLnBrk="1" fontAlgn="auto" latinLnBrk="0" hangingPunct="1">
                        <a:lnSpc>
                          <a:spcPct val="115000"/>
                        </a:lnSpc>
                        <a:spcBef>
                          <a:spcPts val="0"/>
                        </a:spcBef>
                        <a:spcAft>
                          <a:spcPts val="1000"/>
                        </a:spcAft>
                        <a:buClr>
                          <a:srgbClr val="000000"/>
                        </a:buClr>
                        <a:buSzTx/>
                        <a:buFont typeface="Arial"/>
                        <a:buNone/>
                        <a:tabLst/>
                        <a:defRPr/>
                      </a:pPr>
                      <a:r>
                        <a:rPr kumimoji="0" lang="en-US" sz="1200" b="0" i="0" u="none" strike="noStrike" kern="1200" cap="none" spc="0" normalizeH="0" baseline="0" noProof="0" dirty="0">
                          <a:ln>
                            <a:noFill/>
                          </a:ln>
                          <a:solidFill>
                            <a:srgbClr val="1D1D1D">
                              <a:lumMod val="95000"/>
                              <a:lumOff val="5000"/>
                            </a:srgbClr>
                          </a:solidFill>
                          <a:effectLst/>
                          <a:uLnTx/>
                          <a:uFillTx/>
                          <a:latin typeface="IBM Plex Mono Medium" panose="020B0609050203000203" pitchFamily="49" charset="0"/>
                          <a:ea typeface="+mn-ea"/>
                          <a:cs typeface="+mn-cs"/>
                          <a:sym typeface="Arial"/>
                        </a:rPr>
                        <a:t>[even+6]</a:t>
                      </a:r>
                      <a:endParaRPr kumimoji="0" lang="en-US" sz="1200" b="0" i="0" u="none" strike="noStrike" kern="0" cap="none" spc="0" normalizeH="0" baseline="0" noProof="0" dirty="0">
                        <a:ln>
                          <a:noFill/>
                        </a:ln>
                        <a:solidFill>
                          <a:srgbClr val="1D1D1D"/>
                        </a:solidFill>
                        <a:effectLst/>
                        <a:uLnTx/>
                        <a:uFillTx/>
                        <a:latin typeface="Calibri" panose="020F0502020204030204" pitchFamily="34" charset="0"/>
                        <a:ea typeface="Calibri" panose="020F0502020204030204" pitchFamily="34" charset="0"/>
                        <a:cs typeface="Arial" panose="020B0604020202020204" pitchFamily="34" charset="0"/>
                        <a:sym typeface="Arial"/>
                      </a:endParaRPr>
                    </a:p>
                    <a:p>
                      <a:pPr rtl="1"/>
                      <a:endParaRPr lang="ar-SA" sz="1200" dirty="0"/>
                    </a:p>
                  </a:txBody>
                  <a:tcPr/>
                </a:tc>
                <a:extLst>
                  <a:ext uri="{0D108BD9-81ED-4DB2-BD59-A6C34878D82A}">
                    <a16:rowId xmlns:a16="http://schemas.microsoft.com/office/drawing/2014/main" val="2909928586"/>
                  </a:ext>
                </a:extLst>
              </a:tr>
              <a:tr h="471597">
                <a:tc>
                  <a:txBody>
                    <a:bodyPr/>
                    <a:lstStyle/>
                    <a:p>
                      <a:pPr algn="ctr" rtl="1"/>
                      <a:r>
                        <a:rPr lang="en-US" sz="1200" dirty="0"/>
                        <a:t>24</a:t>
                      </a:r>
                      <a:endParaRPr lang="ar-SA" sz="1200" dirty="0"/>
                    </a:p>
                  </a:txBody>
                  <a:tcPr/>
                </a:tc>
                <a:tc>
                  <a:txBody>
                    <a:bodyPr/>
                    <a:lstStyle/>
                    <a:p>
                      <a:pPr rtl="1"/>
                      <a:endParaRPr lang="ar-SA" sz="1200" dirty="0"/>
                    </a:p>
                  </a:txBody>
                  <a:tcPr/>
                </a:tc>
                <a:tc>
                  <a:txBody>
                    <a:bodyPr/>
                    <a:lstStyle/>
                    <a:p>
                      <a:pPr marL="0" marR="0" lvl="0" indent="0" algn="ctr" defTabSz="914400" rtl="1" eaLnBrk="1" fontAlgn="auto" latinLnBrk="0" hangingPunct="1">
                        <a:lnSpc>
                          <a:spcPct val="115000"/>
                        </a:lnSpc>
                        <a:spcBef>
                          <a:spcPts val="0"/>
                        </a:spcBef>
                        <a:spcAft>
                          <a:spcPts val="1000"/>
                        </a:spcAft>
                        <a:buClr>
                          <a:srgbClr val="000000"/>
                        </a:buClr>
                        <a:buSzTx/>
                        <a:buFont typeface="Arial"/>
                        <a:buNone/>
                        <a:tabLst/>
                        <a:defRPr/>
                      </a:pPr>
                      <a:r>
                        <a:rPr kumimoji="0" lang="en-US" sz="1200" b="0" i="0" u="none" strike="noStrike" kern="1200" cap="none" spc="0" normalizeH="0" baseline="0" noProof="0" dirty="0">
                          <a:ln>
                            <a:noFill/>
                          </a:ln>
                          <a:solidFill>
                            <a:srgbClr val="1D1D1D">
                              <a:lumMod val="95000"/>
                              <a:lumOff val="5000"/>
                            </a:srgbClr>
                          </a:solidFill>
                          <a:effectLst/>
                          <a:uLnTx/>
                          <a:uFillTx/>
                          <a:latin typeface="IBM Plex Mono Medium" panose="020B0609050203000203" pitchFamily="49" charset="0"/>
                          <a:ea typeface="+mn-ea"/>
                          <a:cs typeface="+mn-cs"/>
                          <a:sym typeface="Arial"/>
                        </a:rPr>
                        <a:t>[even+8]</a:t>
                      </a:r>
                      <a:endParaRPr kumimoji="0" lang="en-US" sz="1200" b="0" i="0" u="none" strike="noStrike" kern="0" cap="none" spc="0" normalizeH="0" baseline="0" noProof="0" dirty="0">
                        <a:ln>
                          <a:noFill/>
                        </a:ln>
                        <a:solidFill>
                          <a:srgbClr val="1D1D1D"/>
                        </a:solidFill>
                        <a:effectLst/>
                        <a:uLnTx/>
                        <a:uFillTx/>
                        <a:latin typeface="Calibri" panose="020F0502020204030204" pitchFamily="34" charset="0"/>
                        <a:ea typeface="Calibri" panose="020F0502020204030204" pitchFamily="34" charset="0"/>
                        <a:cs typeface="Arial" panose="020B0604020202020204" pitchFamily="34" charset="0"/>
                        <a:sym typeface="Arial"/>
                      </a:endParaRPr>
                    </a:p>
                    <a:p>
                      <a:pPr rtl="1"/>
                      <a:endParaRPr lang="ar-SA" sz="1200" dirty="0"/>
                    </a:p>
                  </a:txBody>
                  <a:tcPr/>
                </a:tc>
                <a:extLst>
                  <a:ext uri="{0D108BD9-81ED-4DB2-BD59-A6C34878D82A}">
                    <a16:rowId xmlns:a16="http://schemas.microsoft.com/office/drawing/2014/main" val="462468653"/>
                  </a:ext>
                </a:extLst>
              </a:tr>
            </a:tbl>
          </a:graphicData>
        </a:graphic>
      </p:graphicFrame>
      <p:pic>
        <p:nvPicPr>
          <p:cNvPr id="13" name="Picture 12">
            <a:extLst>
              <a:ext uri="{FF2B5EF4-FFF2-40B4-BE49-F238E27FC236}">
                <a16:creationId xmlns:a16="http://schemas.microsoft.com/office/drawing/2014/main" id="{08FD9F62-0A60-1D6A-C695-953A580AFE9C}"/>
              </a:ext>
            </a:extLst>
          </p:cNvPr>
          <p:cNvPicPr>
            <a:picLocks noChangeAspect="1"/>
          </p:cNvPicPr>
          <p:nvPr/>
        </p:nvPicPr>
        <p:blipFill rotWithShape="1">
          <a:blip r:embed="rId3"/>
          <a:srcRect l="4919" r="7445"/>
          <a:stretch/>
        </p:blipFill>
        <p:spPr bwMode="auto">
          <a:xfrm>
            <a:off x="4101872" y="1958590"/>
            <a:ext cx="1076325" cy="418465"/>
          </a:xfrm>
          <a:prstGeom prst="rect">
            <a:avLst/>
          </a:prstGeom>
          <a:ln>
            <a:noFill/>
          </a:ln>
          <a:extLst>
            <a:ext uri="{53640926-AAD7-44D8-BBD7-CCE9431645EC}">
              <a14:shadowObscured xmlns:a14="http://schemas.microsoft.com/office/drawing/2010/main"/>
            </a:ext>
          </a:extLst>
        </p:spPr>
      </p:pic>
      <p:pic>
        <p:nvPicPr>
          <p:cNvPr id="14" name="Picture 13">
            <a:extLst>
              <a:ext uri="{FF2B5EF4-FFF2-40B4-BE49-F238E27FC236}">
                <a16:creationId xmlns:a16="http://schemas.microsoft.com/office/drawing/2014/main" id="{62160A02-A0BA-D21D-4007-EA031D5A2A13}"/>
              </a:ext>
            </a:extLst>
          </p:cNvPr>
          <p:cNvPicPr>
            <a:picLocks noChangeAspect="1"/>
          </p:cNvPicPr>
          <p:nvPr/>
        </p:nvPicPr>
        <p:blipFill rotWithShape="1">
          <a:blip r:embed="rId4"/>
          <a:srcRect l="3652" t="5911" r="3306"/>
          <a:stretch/>
        </p:blipFill>
        <p:spPr bwMode="auto">
          <a:xfrm>
            <a:off x="4117748" y="2468081"/>
            <a:ext cx="1070610" cy="375920"/>
          </a:xfrm>
          <a:prstGeom prst="rect">
            <a:avLst/>
          </a:prstGeom>
          <a:ln>
            <a:noFill/>
          </a:ln>
          <a:extLst>
            <a:ext uri="{53640926-AAD7-44D8-BBD7-CCE9431645EC}">
              <a14:shadowObscured xmlns:a14="http://schemas.microsoft.com/office/drawing/2010/main"/>
            </a:ext>
          </a:extLst>
        </p:spPr>
      </p:pic>
      <p:pic>
        <p:nvPicPr>
          <p:cNvPr id="15" name="Picture 14">
            <a:extLst>
              <a:ext uri="{FF2B5EF4-FFF2-40B4-BE49-F238E27FC236}">
                <a16:creationId xmlns:a16="http://schemas.microsoft.com/office/drawing/2014/main" id="{D42849C2-2843-7114-0B16-9AACDBE215FB}"/>
              </a:ext>
            </a:extLst>
          </p:cNvPr>
          <p:cNvPicPr>
            <a:picLocks noChangeAspect="1"/>
          </p:cNvPicPr>
          <p:nvPr/>
        </p:nvPicPr>
        <p:blipFill rotWithShape="1">
          <a:blip r:embed="rId5"/>
          <a:srcRect l="2552" r="4259"/>
          <a:stretch/>
        </p:blipFill>
        <p:spPr bwMode="auto">
          <a:xfrm>
            <a:off x="4132988" y="3063803"/>
            <a:ext cx="1055370" cy="389890"/>
          </a:xfrm>
          <a:prstGeom prst="rect">
            <a:avLst/>
          </a:prstGeom>
          <a:ln>
            <a:noFill/>
          </a:ln>
          <a:extLst>
            <a:ext uri="{53640926-AAD7-44D8-BBD7-CCE9431645EC}">
              <a14:shadowObscured xmlns:a14="http://schemas.microsoft.com/office/drawing/2010/main"/>
            </a:ext>
          </a:extLst>
        </p:spPr>
      </p:pic>
      <p:pic>
        <p:nvPicPr>
          <p:cNvPr id="16" name="Picture 15">
            <a:extLst>
              <a:ext uri="{FF2B5EF4-FFF2-40B4-BE49-F238E27FC236}">
                <a16:creationId xmlns:a16="http://schemas.microsoft.com/office/drawing/2014/main" id="{A60147D4-659A-78E5-3818-1FC0C79CB3B6}"/>
              </a:ext>
            </a:extLst>
          </p:cNvPr>
          <p:cNvPicPr>
            <a:picLocks noChangeAspect="1"/>
          </p:cNvPicPr>
          <p:nvPr/>
        </p:nvPicPr>
        <p:blipFill rotWithShape="1">
          <a:blip r:embed="rId6"/>
          <a:srcRect l="2829" r="2388"/>
          <a:stretch/>
        </p:blipFill>
        <p:spPr bwMode="auto">
          <a:xfrm>
            <a:off x="4112033" y="3719401"/>
            <a:ext cx="1056005" cy="380365"/>
          </a:xfrm>
          <a:prstGeom prst="rect">
            <a:avLst/>
          </a:prstGeom>
          <a:ln>
            <a:noFill/>
          </a:ln>
          <a:extLst>
            <a:ext uri="{53640926-AAD7-44D8-BBD7-CCE9431645EC}">
              <a14:shadowObscured xmlns:a14="http://schemas.microsoft.com/office/drawing/2010/main"/>
            </a:ext>
          </a:extLst>
        </p:spPr>
      </p:pic>
      <p:pic>
        <p:nvPicPr>
          <p:cNvPr id="17" name="Picture 16">
            <a:extLst>
              <a:ext uri="{FF2B5EF4-FFF2-40B4-BE49-F238E27FC236}">
                <a16:creationId xmlns:a16="http://schemas.microsoft.com/office/drawing/2014/main" id="{71A8B1C4-0136-343B-D745-6BAC7CE7F36D}"/>
              </a:ext>
            </a:extLst>
          </p:cNvPr>
          <p:cNvPicPr>
            <a:picLocks noChangeAspect="1"/>
          </p:cNvPicPr>
          <p:nvPr/>
        </p:nvPicPr>
        <p:blipFill rotWithShape="1">
          <a:blip r:embed="rId7"/>
          <a:srcRect l="1651" r="3418"/>
          <a:stretch/>
        </p:blipFill>
        <p:spPr bwMode="auto">
          <a:xfrm>
            <a:off x="4111080" y="4304430"/>
            <a:ext cx="1057910" cy="371475"/>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8773238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530">
          <a:extLst>
            <a:ext uri="{FF2B5EF4-FFF2-40B4-BE49-F238E27FC236}">
              <a16:creationId xmlns:a16="http://schemas.microsoft.com/office/drawing/2014/main" id="{D934905D-3416-B780-F07F-9F314AF5FCCC}"/>
            </a:ext>
          </a:extLst>
        </p:cNvPr>
        <p:cNvGrpSpPr/>
        <p:nvPr/>
      </p:nvGrpSpPr>
      <p:grpSpPr>
        <a:xfrm>
          <a:off x="0" y="0"/>
          <a:ext cx="0" cy="0"/>
          <a:chOff x="0" y="0"/>
          <a:chExt cx="0" cy="0"/>
        </a:xfrm>
      </p:grpSpPr>
      <p:sp>
        <p:nvSpPr>
          <p:cNvPr id="1531" name="Google Shape;1531;p39">
            <a:extLst>
              <a:ext uri="{FF2B5EF4-FFF2-40B4-BE49-F238E27FC236}">
                <a16:creationId xmlns:a16="http://schemas.microsoft.com/office/drawing/2014/main" id="{8646AE9B-A8AB-EB92-59F9-312FFCC37BB8}"/>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algn="ctr" rtl="0" fontAlgn="base"/>
            <a:r>
              <a:rPr lang="en-US" sz="2400" b="1" dirty="0">
                <a:solidFill>
                  <a:schemeClr val="dk2"/>
                </a:solidFill>
                <a:latin typeface="IBM Plex Mono"/>
                <a:sym typeface="IBM Plex Mono"/>
              </a:rPr>
              <a:t>Project Implementation with output screenshots </a:t>
            </a:r>
            <a:br>
              <a:rPr lang="en-US" sz="2400" b="1" dirty="0">
                <a:solidFill>
                  <a:schemeClr val="dk2"/>
                </a:solidFill>
                <a:latin typeface="IBM Plex Mono"/>
                <a:sym typeface="IBM Plex Mono"/>
              </a:rPr>
            </a:br>
            <a:br>
              <a:rPr lang="en-US" sz="2400" b="1" dirty="0">
                <a:solidFill>
                  <a:schemeClr val="dk2"/>
                </a:solidFill>
                <a:latin typeface="IBM Plex Mono"/>
                <a:sym typeface="IBM Plex Mono"/>
              </a:rPr>
            </a:br>
            <a:endParaRPr lang="en-US" sz="2400" b="1" i="0" dirty="0">
              <a:solidFill>
                <a:schemeClr val="tx1">
                  <a:lumMod val="90000"/>
                  <a:lumOff val="10000"/>
                </a:schemeClr>
              </a:solidFill>
              <a:effectLst/>
              <a:latin typeface="Segoe UI" panose="020B0502040204020203" pitchFamily="34" charset="0"/>
            </a:endParaRPr>
          </a:p>
        </p:txBody>
      </p:sp>
      <p:grpSp>
        <p:nvGrpSpPr>
          <p:cNvPr id="1534" name="Google Shape;1534;p39">
            <a:extLst>
              <a:ext uri="{FF2B5EF4-FFF2-40B4-BE49-F238E27FC236}">
                <a16:creationId xmlns:a16="http://schemas.microsoft.com/office/drawing/2014/main" id="{100686F7-2F2F-590E-AA46-1B5E3284F8FA}"/>
              </a:ext>
            </a:extLst>
          </p:cNvPr>
          <p:cNvGrpSpPr/>
          <p:nvPr/>
        </p:nvGrpSpPr>
        <p:grpSpPr>
          <a:xfrm>
            <a:off x="-123925" y="4132283"/>
            <a:ext cx="4558967" cy="1141122"/>
            <a:chOff x="-123925" y="4132283"/>
            <a:chExt cx="4558967" cy="1141122"/>
          </a:xfrm>
        </p:grpSpPr>
        <p:grpSp>
          <p:nvGrpSpPr>
            <p:cNvPr id="1535" name="Google Shape;1535;p39">
              <a:extLst>
                <a:ext uri="{FF2B5EF4-FFF2-40B4-BE49-F238E27FC236}">
                  <a16:creationId xmlns:a16="http://schemas.microsoft.com/office/drawing/2014/main" id="{C81668F0-F699-3CC3-7766-FFCECB967415}"/>
                </a:ext>
              </a:extLst>
            </p:cNvPr>
            <p:cNvGrpSpPr/>
            <p:nvPr/>
          </p:nvGrpSpPr>
          <p:grpSpPr>
            <a:xfrm>
              <a:off x="-2" y="4132283"/>
              <a:ext cx="2308406" cy="1141122"/>
              <a:chOff x="-2" y="4132283"/>
              <a:chExt cx="2308406" cy="1141122"/>
            </a:xfrm>
          </p:grpSpPr>
          <p:sp>
            <p:nvSpPr>
              <p:cNvPr id="1536" name="Google Shape;1536;p39">
                <a:extLst>
                  <a:ext uri="{FF2B5EF4-FFF2-40B4-BE49-F238E27FC236}">
                    <a16:creationId xmlns:a16="http://schemas.microsoft.com/office/drawing/2014/main" id="{F1B6978A-8280-B194-A444-A1FA861DAD15}"/>
                  </a:ext>
                </a:extLst>
              </p:cNvPr>
              <p:cNvSpPr/>
              <p:nvPr/>
            </p:nvSpPr>
            <p:spPr>
              <a:xfrm rot="5400000">
                <a:off x="663005" y="3628622"/>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1537;p39">
                <a:extLst>
                  <a:ext uri="{FF2B5EF4-FFF2-40B4-BE49-F238E27FC236}">
                    <a16:creationId xmlns:a16="http://schemas.microsoft.com/office/drawing/2014/main" id="{66A0A9DE-8FAD-CCB8-2208-602E70C431F2}"/>
                  </a:ext>
                </a:extLst>
              </p:cNvPr>
              <p:cNvSpPr/>
              <p:nvPr/>
            </p:nvSpPr>
            <p:spPr>
              <a:xfrm rot="5400000">
                <a:off x="663620" y="3469276"/>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8" name="Google Shape;1538;p39">
              <a:extLst>
                <a:ext uri="{FF2B5EF4-FFF2-40B4-BE49-F238E27FC236}">
                  <a16:creationId xmlns:a16="http://schemas.microsoft.com/office/drawing/2014/main" id="{874ED8ED-70DF-474E-33A1-4E8E1B17384E}"/>
                </a:ext>
              </a:extLst>
            </p:cNvPr>
            <p:cNvGrpSpPr/>
            <p:nvPr/>
          </p:nvGrpSpPr>
          <p:grpSpPr>
            <a:xfrm>
              <a:off x="-123925" y="4386226"/>
              <a:ext cx="4558967" cy="134100"/>
              <a:chOff x="796100" y="3019701"/>
              <a:chExt cx="4558967" cy="134100"/>
            </a:xfrm>
          </p:grpSpPr>
          <p:sp>
            <p:nvSpPr>
              <p:cNvPr id="1539" name="Google Shape;1539;p39">
                <a:extLst>
                  <a:ext uri="{FF2B5EF4-FFF2-40B4-BE49-F238E27FC236}">
                    <a16:creationId xmlns:a16="http://schemas.microsoft.com/office/drawing/2014/main" id="{DD08CB10-738C-5C8B-A555-A05F1A35E823}"/>
                  </a:ext>
                </a:extLst>
              </p:cNvPr>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540" name="Google Shape;1540;p39">
                <a:extLst>
                  <a:ext uri="{FF2B5EF4-FFF2-40B4-BE49-F238E27FC236}">
                    <a16:creationId xmlns:a16="http://schemas.microsoft.com/office/drawing/2014/main" id="{14D63501-6131-AF59-7C49-4F3CA1087513}"/>
                  </a:ext>
                </a:extLst>
              </p:cNvPr>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541" name="Google Shape;1541;p39">
                <a:extLst>
                  <a:ext uri="{FF2B5EF4-FFF2-40B4-BE49-F238E27FC236}">
                    <a16:creationId xmlns:a16="http://schemas.microsoft.com/office/drawing/2014/main" id="{B438DDE7-FEB7-27A9-1F26-1E61398830A4}"/>
                  </a:ext>
                </a:extLst>
              </p:cNvPr>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aphicFrame>
        <p:nvGraphicFramePr>
          <p:cNvPr id="2" name="Table 1">
            <a:extLst>
              <a:ext uri="{FF2B5EF4-FFF2-40B4-BE49-F238E27FC236}">
                <a16:creationId xmlns:a16="http://schemas.microsoft.com/office/drawing/2014/main" id="{17DE6011-56C3-4B5F-601A-7945DA2A7CF4}"/>
              </a:ext>
            </a:extLst>
          </p:cNvPr>
          <p:cNvGraphicFramePr>
            <a:graphicFrameLocks noGrp="1"/>
          </p:cNvGraphicFramePr>
          <p:nvPr>
            <p:extLst>
              <p:ext uri="{D42A27DB-BD31-4B8C-83A1-F6EECF244321}">
                <p14:modId xmlns:p14="http://schemas.microsoft.com/office/powerpoint/2010/main" val="3019894835"/>
              </p:ext>
            </p:extLst>
          </p:nvPr>
        </p:nvGraphicFramePr>
        <p:xfrm>
          <a:off x="1817350" y="1368825"/>
          <a:ext cx="5665692" cy="3023616"/>
        </p:xfrm>
        <a:graphic>
          <a:graphicData uri="http://schemas.openxmlformats.org/drawingml/2006/table">
            <a:tbl>
              <a:tblPr rtl="1" firstRow="1" bandRow="1">
                <a:tableStyleId>{21E4AEA4-8DFA-4A89-87EB-49C32662AFE0}</a:tableStyleId>
              </a:tblPr>
              <a:tblGrid>
                <a:gridCol w="1888564">
                  <a:extLst>
                    <a:ext uri="{9D8B030D-6E8A-4147-A177-3AD203B41FA5}">
                      <a16:colId xmlns:a16="http://schemas.microsoft.com/office/drawing/2014/main" val="2530759511"/>
                    </a:ext>
                  </a:extLst>
                </a:gridCol>
                <a:gridCol w="1888564">
                  <a:extLst>
                    <a:ext uri="{9D8B030D-6E8A-4147-A177-3AD203B41FA5}">
                      <a16:colId xmlns:a16="http://schemas.microsoft.com/office/drawing/2014/main" val="4277969677"/>
                    </a:ext>
                  </a:extLst>
                </a:gridCol>
                <a:gridCol w="1888564">
                  <a:extLst>
                    <a:ext uri="{9D8B030D-6E8A-4147-A177-3AD203B41FA5}">
                      <a16:colId xmlns:a16="http://schemas.microsoft.com/office/drawing/2014/main" val="2533486590"/>
                    </a:ext>
                  </a:extLst>
                </a:gridCol>
              </a:tblGrid>
              <a:tr h="247195">
                <a:tc gridSpan="3">
                  <a:txBody>
                    <a:bodyPr/>
                    <a:lstStyle/>
                    <a:p>
                      <a:pPr algn="ctr" rtl="1"/>
                      <a:r>
                        <a:rPr lang="en-US" sz="1200" b="0" dirty="0">
                          <a:latin typeface="IBM Plex Mono Medium" panose="020B0609050203000203" pitchFamily="49" charset="0"/>
                        </a:rPr>
                        <a:t>Even</a:t>
                      </a:r>
                      <a:endParaRPr lang="ar-SA" sz="1200" b="0" i="0" u="none" strike="noStrike" kern="1200" cap="none" dirty="0">
                        <a:solidFill>
                          <a:schemeClr val="tx1">
                            <a:lumMod val="95000"/>
                            <a:lumOff val="5000"/>
                          </a:schemeClr>
                        </a:solidFill>
                        <a:latin typeface="IBM Plex Mono Medium" panose="020B0609050203000203" pitchFamily="49" charset="0"/>
                        <a:ea typeface="+mn-ea"/>
                        <a:cs typeface="+mn-cs"/>
                        <a:sym typeface="Arial"/>
                      </a:endParaRPr>
                    </a:p>
                  </a:txBody>
                  <a:tcPr/>
                </a:tc>
                <a:tc hMerge="1">
                  <a:txBody>
                    <a:bodyPr/>
                    <a:lstStyle/>
                    <a:p>
                      <a:pPr rtl="1"/>
                      <a:endParaRPr lang="ar-SA" dirty="0"/>
                    </a:p>
                  </a:txBody>
                  <a:tcPr/>
                </a:tc>
                <a:tc hMerge="1">
                  <a:txBody>
                    <a:bodyPr/>
                    <a:lstStyle/>
                    <a:p>
                      <a:pPr rtl="1"/>
                      <a:endParaRPr lang="ar-SA" dirty="0"/>
                    </a:p>
                  </a:txBody>
                  <a:tcPr/>
                </a:tc>
                <a:extLst>
                  <a:ext uri="{0D108BD9-81ED-4DB2-BD59-A6C34878D82A}">
                    <a16:rowId xmlns:a16="http://schemas.microsoft.com/office/drawing/2014/main" val="3862782652"/>
                  </a:ext>
                </a:extLst>
              </a:tr>
              <a:tr h="247195">
                <a:tc>
                  <a:txBody>
                    <a:bodyPr/>
                    <a:lstStyle/>
                    <a:p>
                      <a:pPr algn="ctr" rtl="1"/>
                      <a:r>
                        <a:rPr lang="en-US" sz="1200" b="0" i="0" u="none" strike="noStrike" kern="1200" cap="none" dirty="0">
                          <a:solidFill>
                            <a:schemeClr val="tx1">
                              <a:lumMod val="95000"/>
                              <a:lumOff val="5000"/>
                            </a:schemeClr>
                          </a:solidFill>
                          <a:latin typeface="IBM Plex Mono Medium" panose="020B0609050203000203" pitchFamily="49" charset="0"/>
                          <a:ea typeface="+mn-ea"/>
                          <a:cs typeface="+mn-cs"/>
                          <a:sym typeface="Arial"/>
                        </a:rPr>
                        <a:t>dec</a:t>
                      </a:r>
                      <a:endParaRPr lang="ar-SA" sz="1200" b="0" i="0" u="none" strike="noStrike" kern="1200" cap="none" dirty="0">
                        <a:solidFill>
                          <a:schemeClr val="tx1">
                            <a:lumMod val="95000"/>
                            <a:lumOff val="5000"/>
                          </a:schemeClr>
                        </a:solidFill>
                        <a:latin typeface="IBM Plex Mono Medium" panose="020B0609050203000203" pitchFamily="49" charset="0"/>
                        <a:ea typeface="+mn-ea"/>
                        <a:cs typeface="+mn-cs"/>
                        <a:sym typeface="Arial"/>
                      </a:endParaRPr>
                    </a:p>
                  </a:txBody>
                  <a:tcPr/>
                </a:tc>
                <a:tc>
                  <a:txBody>
                    <a:bodyPr/>
                    <a:lstStyle/>
                    <a:p>
                      <a:pPr algn="ctr" rtl="1"/>
                      <a:r>
                        <a:rPr lang="en-US" sz="1200" b="0" i="0" u="none" strike="noStrike" kern="1200" cap="none" dirty="0">
                          <a:solidFill>
                            <a:schemeClr val="tx1">
                              <a:lumMod val="95000"/>
                              <a:lumOff val="5000"/>
                            </a:schemeClr>
                          </a:solidFill>
                          <a:latin typeface="IBM Plex Mono Medium" panose="020B0609050203000203" pitchFamily="49" charset="0"/>
                          <a:ea typeface="+mn-ea"/>
                          <a:cs typeface="+mn-cs"/>
                          <a:sym typeface="Arial"/>
                        </a:rPr>
                        <a:t>hex</a:t>
                      </a:r>
                      <a:endParaRPr lang="ar-SA" sz="1200" b="0" i="0" u="none" strike="noStrike" kern="1200" cap="none" dirty="0">
                        <a:solidFill>
                          <a:schemeClr val="tx1">
                            <a:lumMod val="95000"/>
                            <a:lumOff val="5000"/>
                          </a:schemeClr>
                        </a:solidFill>
                        <a:latin typeface="IBM Plex Mono Medium" panose="020B0609050203000203" pitchFamily="49" charset="0"/>
                        <a:ea typeface="+mn-ea"/>
                        <a:cs typeface="+mn-cs"/>
                        <a:sym typeface="Arial"/>
                      </a:endParaRPr>
                    </a:p>
                  </a:txBody>
                  <a:tcPr/>
                </a:tc>
                <a:tc>
                  <a:txBody>
                    <a:bodyPr/>
                    <a:lstStyle/>
                    <a:p>
                      <a:pPr algn="ctr" rtl="1"/>
                      <a:endParaRPr lang="ar-SA" sz="1200" b="0" i="0" u="none" strike="noStrike" kern="1200" cap="none" dirty="0">
                        <a:solidFill>
                          <a:schemeClr val="tx1">
                            <a:lumMod val="95000"/>
                            <a:lumOff val="5000"/>
                          </a:schemeClr>
                        </a:solidFill>
                        <a:latin typeface="IBM Plex Mono Medium" panose="020B0609050203000203" pitchFamily="49" charset="0"/>
                        <a:ea typeface="+mn-ea"/>
                        <a:cs typeface="+mn-cs"/>
                        <a:sym typeface="Arial"/>
                      </a:endParaRPr>
                    </a:p>
                  </a:txBody>
                  <a:tcPr/>
                </a:tc>
                <a:extLst>
                  <a:ext uri="{0D108BD9-81ED-4DB2-BD59-A6C34878D82A}">
                    <a16:rowId xmlns:a16="http://schemas.microsoft.com/office/drawing/2014/main" val="1027562049"/>
                  </a:ext>
                </a:extLst>
              </a:tr>
              <a:tr h="352523">
                <a:tc>
                  <a:txBody>
                    <a:bodyPr/>
                    <a:lstStyle/>
                    <a:p>
                      <a:pPr algn="ctr" rtl="1"/>
                      <a:r>
                        <a:rPr lang="en-US" sz="1200" dirty="0"/>
                        <a:t>26</a:t>
                      </a:r>
                      <a:endParaRPr lang="ar-SA" sz="1200" dirty="0"/>
                    </a:p>
                  </a:txBody>
                  <a:tcPr/>
                </a:tc>
                <a:tc>
                  <a:txBody>
                    <a:bodyPr/>
                    <a:lstStyle/>
                    <a:p>
                      <a:pPr rtl="1"/>
                      <a:endParaRPr lang="en-US" sz="1200" dirty="0"/>
                    </a:p>
                    <a:p>
                      <a:pPr rtl="1"/>
                      <a:endParaRPr lang="en-US" sz="1200" dirty="0"/>
                    </a:p>
                    <a:p>
                      <a:pPr rtl="1"/>
                      <a:endParaRPr lang="ar-SA" sz="1200" dirty="0"/>
                    </a:p>
                  </a:txBody>
                  <a:tcPr/>
                </a:tc>
                <a:tc>
                  <a:txBody>
                    <a:bodyPr/>
                    <a:lstStyle/>
                    <a:p>
                      <a:pPr algn="ctr" rtl="1">
                        <a:lnSpc>
                          <a:spcPct val="115000"/>
                        </a:lnSpc>
                        <a:spcAft>
                          <a:spcPts val="1000"/>
                        </a:spcAft>
                      </a:pPr>
                      <a:r>
                        <a:rPr kumimoji="0" lang="en-US" sz="1200" b="0" i="0" u="none" strike="noStrike" kern="1200" cap="none" spc="0" normalizeH="0" baseline="0" noProof="0" dirty="0">
                          <a:ln>
                            <a:noFill/>
                          </a:ln>
                          <a:solidFill>
                            <a:srgbClr val="1D1D1D">
                              <a:lumMod val="95000"/>
                              <a:lumOff val="5000"/>
                            </a:srgbClr>
                          </a:solidFill>
                          <a:effectLst/>
                          <a:uLnTx/>
                          <a:uFillTx/>
                          <a:latin typeface="IBM Plex Mono Medium" panose="020B0609050203000203" pitchFamily="49" charset="0"/>
                          <a:ea typeface="+mn-ea"/>
                          <a:cs typeface="+mn-cs"/>
                          <a:sym typeface="Arial"/>
                        </a:rPr>
                        <a:t>[even+10]</a:t>
                      </a:r>
                      <a:endParaRPr lang="en-US" sz="12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972194686"/>
                  </a:ext>
                </a:extLst>
              </a:tr>
              <a:tr h="471597">
                <a:tc>
                  <a:txBody>
                    <a:bodyPr/>
                    <a:lstStyle/>
                    <a:p>
                      <a:pPr algn="ctr" rtl="1"/>
                      <a:r>
                        <a:rPr lang="en-US" sz="1200" dirty="0"/>
                        <a:t>28</a:t>
                      </a:r>
                      <a:endParaRPr lang="ar-SA" sz="1200" dirty="0"/>
                    </a:p>
                  </a:txBody>
                  <a:tcPr/>
                </a:tc>
                <a:tc>
                  <a:txBody>
                    <a:bodyPr/>
                    <a:lstStyle/>
                    <a:p>
                      <a:pPr rtl="1"/>
                      <a:endParaRPr lang="en-US" sz="1200" dirty="0"/>
                    </a:p>
                    <a:p>
                      <a:pPr rtl="1"/>
                      <a:endParaRPr lang="ar-SA" sz="1200" dirty="0"/>
                    </a:p>
                  </a:txBody>
                  <a:tcPr/>
                </a:tc>
                <a:tc>
                  <a:txBody>
                    <a:bodyPr/>
                    <a:lstStyle/>
                    <a:p>
                      <a:pPr marL="0" marR="0" lvl="0" indent="0" algn="ctr" defTabSz="914400" rtl="1" eaLnBrk="1" fontAlgn="auto" latinLnBrk="0" hangingPunct="1">
                        <a:lnSpc>
                          <a:spcPct val="115000"/>
                        </a:lnSpc>
                        <a:spcBef>
                          <a:spcPts val="0"/>
                        </a:spcBef>
                        <a:spcAft>
                          <a:spcPts val="1000"/>
                        </a:spcAft>
                        <a:buClr>
                          <a:srgbClr val="000000"/>
                        </a:buClr>
                        <a:buSzTx/>
                        <a:buFont typeface="Arial"/>
                        <a:buNone/>
                        <a:tabLst/>
                        <a:defRPr/>
                      </a:pPr>
                      <a:r>
                        <a:rPr kumimoji="0" lang="en-US" sz="1200" b="0" i="0" u="none" strike="noStrike" kern="1200" cap="none" spc="0" normalizeH="0" baseline="0" noProof="0" dirty="0">
                          <a:ln>
                            <a:noFill/>
                          </a:ln>
                          <a:solidFill>
                            <a:srgbClr val="1D1D1D">
                              <a:lumMod val="95000"/>
                              <a:lumOff val="5000"/>
                            </a:srgbClr>
                          </a:solidFill>
                          <a:effectLst/>
                          <a:uLnTx/>
                          <a:uFillTx/>
                          <a:latin typeface="IBM Plex Mono Medium" panose="020B0609050203000203" pitchFamily="49" charset="0"/>
                          <a:ea typeface="+mn-ea"/>
                          <a:cs typeface="+mn-cs"/>
                          <a:sym typeface="Arial"/>
                        </a:rPr>
                        <a:t>[even+12]</a:t>
                      </a:r>
                      <a:endParaRPr kumimoji="0" lang="en-US" sz="1200" b="0" i="0" u="none" strike="noStrike" kern="0" cap="none" spc="0" normalizeH="0" baseline="0" noProof="0" dirty="0">
                        <a:ln>
                          <a:noFill/>
                        </a:ln>
                        <a:solidFill>
                          <a:srgbClr val="1D1D1D"/>
                        </a:solidFill>
                        <a:effectLst/>
                        <a:uLnTx/>
                        <a:uFillTx/>
                        <a:latin typeface="Calibri" panose="020F0502020204030204" pitchFamily="34" charset="0"/>
                        <a:ea typeface="Calibri" panose="020F0502020204030204" pitchFamily="34" charset="0"/>
                        <a:cs typeface="Arial" panose="020B0604020202020204" pitchFamily="34" charset="0"/>
                        <a:sym typeface="Arial"/>
                      </a:endParaRPr>
                    </a:p>
                    <a:p>
                      <a:pPr rtl="1"/>
                      <a:endParaRPr lang="ar-SA" sz="1200" dirty="0"/>
                    </a:p>
                  </a:txBody>
                  <a:tcPr/>
                </a:tc>
                <a:extLst>
                  <a:ext uri="{0D108BD9-81ED-4DB2-BD59-A6C34878D82A}">
                    <a16:rowId xmlns:a16="http://schemas.microsoft.com/office/drawing/2014/main" val="654820421"/>
                  </a:ext>
                </a:extLst>
              </a:tr>
              <a:tr h="471597">
                <a:tc>
                  <a:txBody>
                    <a:bodyPr/>
                    <a:lstStyle/>
                    <a:p>
                      <a:pPr algn="ctr" rtl="1"/>
                      <a:r>
                        <a:rPr lang="en-US" sz="1200" dirty="0"/>
                        <a:t>30</a:t>
                      </a:r>
                      <a:endParaRPr lang="ar-SA" sz="1200" dirty="0"/>
                    </a:p>
                  </a:txBody>
                  <a:tcPr/>
                </a:tc>
                <a:tc>
                  <a:txBody>
                    <a:bodyPr/>
                    <a:lstStyle/>
                    <a:p>
                      <a:pPr rtl="1"/>
                      <a:endParaRPr lang="ar-SA" sz="1200" dirty="0"/>
                    </a:p>
                  </a:txBody>
                  <a:tcPr/>
                </a:tc>
                <a:tc>
                  <a:txBody>
                    <a:bodyPr/>
                    <a:lstStyle/>
                    <a:p>
                      <a:pPr marL="0" marR="0" lvl="0" indent="0" algn="ctr" defTabSz="914400" rtl="1" eaLnBrk="1" fontAlgn="auto" latinLnBrk="0" hangingPunct="1">
                        <a:lnSpc>
                          <a:spcPct val="115000"/>
                        </a:lnSpc>
                        <a:spcBef>
                          <a:spcPts val="0"/>
                        </a:spcBef>
                        <a:spcAft>
                          <a:spcPts val="1000"/>
                        </a:spcAft>
                        <a:buClr>
                          <a:srgbClr val="000000"/>
                        </a:buClr>
                        <a:buSzTx/>
                        <a:buFont typeface="Arial"/>
                        <a:buNone/>
                        <a:tabLst/>
                        <a:defRPr/>
                      </a:pPr>
                      <a:r>
                        <a:rPr kumimoji="0" lang="en-US" sz="1200" b="0" i="0" u="none" strike="noStrike" kern="1200" cap="none" spc="0" normalizeH="0" baseline="0" noProof="0" dirty="0">
                          <a:ln>
                            <a:noFill/>
                          </a:ln>
                          <a:solidFill>
                            <a:srgbClr val="1D1D1D">
                              <a:lumMod val="95000"/>
                              <a:lumOff val="5000"/>
                            </a:srgbClr>
                          </a:solidFill>
                          <a:effectLst/>
                          <a:uLnTx/>
                          <a:uFillTx/>
                          <a:latin typeface="IBM Plex Mono Medium" panose="020B0609050203000203" pitchFamily="49" charset="0"/>
                          <a:ea typeface="+mn-ea"/>
                          <a:cs typeface="+mn-cs"/>
                          <a:sym typeface="Arial"/>
                        </a:rPr>
                        <a:t>[even+14]</a:t>
                      </a:r>
                      <a:endParaRPr kumimoji="0" lang="en-US" sz="1200" b="0" i="0" u="none" strike="noStrike" kern="0" cap="none" spc="0" normalizeH="0" baseline="0" noProof="0" dirty="0">
                        <a:ln>
                          <a:noFill/>
                        </a:ln>
                        <a:solidFill>
                          <a:srgbClr val="1D1D1D"/>
                        </a:solidFill>
                        <a:effectLst/>
                        <a:uLnTx/>
                        <a:uFillTx/>
                        <a:latin typeface="Calibri" panose="020F0502020204030204" pitchFamily="34" charset="0"/>
                        <a:ea typeface="Calibri" panose="020F0502020204030204" pitchFamily="34" charset="0"/>
                        <a:cs typeface="Arial" panose="020B0604020202020204" pitchFamily="34" charset="0"/>
                        <a:sym typeface="Arial"/>
                      </a:endParaRPr>
                    </a:p>
                    <a:p>
                      <a:pPr rtl="1"/>
                      <a:endParaRPr lang="ar-SA" sz="1200" dirty="0"/>
                    </a:p>
                  </a:txBody>
                  <a:tcPr/>
                </a:tc>
                <a:extLst>
                  <a:ext uri="{0D108BD9-81ED-4DB2-BD59-A6C34878D82A}">
                    <a16:rowId xmlns:a16="http://schemas.microsoft.com/office/drawing/2014/main" val="48491440"/>
                  </a:ext>
                </a:extLst>
              </a:tr>
              <a:tr h="563103">
                <a:tc>
                  <a:txBody>
                    <a:bodyPr/>
                    <a:lstStyle/>
                    <a:p>
                      <a:pPr algn="ctr" rtl="1"/>
                      <a:r>
                        <a:rPr lang="en-US" sz="1200" dirty="0"/>
                        <a:t>32</a:t>
                      </a:r>
                      <a:endParaRPr lang="ar-SA" sz="1200" dirty="0"/>
                    </a:p>
                  </a:txBody>
                  <a:tcPr/>
                </a:tc>
                <a:tc>
                  <a:txBody>
                    <a:bodyPr/>
                    <a:lstStyle/>
                    <a:p>
                      <a:pPr rtl="1"/>
                      <a:endParaRPr lang="ar-SA" sz="1200" dirty="0"/>
                    </a:p>
                  </a:txBody>
                  <a:tcPr/>
                </a:tc>
                <a:tc>
                  <a:txBody>
                    <a:bodyPr/>
                    <a:lstStyle/>
                    <a:p>
                      <a:pPr marL="0" marR="0" lvl="0" indent="0" algn="ctr" defTabSz="914400" rtl="1" eaLnBrk="1" fontAlgn="auto" latinLnBrk="0" hangingPunct="1">
                        <a:lnSpc>
                          <a:spcPct val="115000"/>
                        </a:lnSpc>
                        <a:spcBef>
                          <a:spcPts val="0"/>
                        </a:spcBef>
                        <a:spcAft>
                          <a:spcPts val="1000"/>
                        </a:spcAft>
                        <a:buClr>
                          <a:srgbClr val="000000"/>
                        </a:buClr>
                        <a:buSzTx/>
                        <a:buFont typeface="Arial"/>
                        <a:buNone/>
                        <a:tabLst/>
                        <a:defRPr/>
                      </a:pPr>
                      <a:r>
                        <a:rPr kumimoji="0" lang="en-US" sz="1200" b="0" i="0" u="none" strike="noStrike" kern="1200" cap="none" spc="0" normalizeH="0" baseline="0" noProof="0" dirty="0">
                          <a:ln>
                            <a:noFill/>
                          </a:ln>
                          <a:solidFill>
                            <a:srgbClr val="1D1D1D">
                              <a:lumMod val="95000"/>
                              <a:lumOff val="5000"/>
                            </a:srgbClr>
                          </a:solidFill>
                          <a:effectLst/>
                          <a:uLnTx/>
                          <a:uFillTx/>
                          <a:latin typeface="IBM Plex Mono Medium" panose="020B0609050203000203" pitchFamily="49" charset="0"/>
                          <a:ea typeface="+mn-ea"/>
                          <a:cs typeface="+mn-cs"/>
                          <a:sym typeface="Arial"/>
                        </a:rPr>
                        <a:t>[even+16]</a:t>
                      </a:r>
                      <a:endParaRPr kumimoji="0" lang="en-US" sz="1200" b="0" i="0" u="none" strike="noStrike" kern="0" cap="none" spc="0" normalizeH="0" baseline="0" noProof="0" dirty="0">
                        <a:ln>
                          <a:noFill/>
                        </a:ln>
                        <a:solidFill>
                          <a:srgbClr val="1D1D1D"/>
                        </a:solidFill>
                        <a:effectLst/>
                        <a:uLnTx/>
                        <a:uFillTx/>
                        <a:latin typeface="Calibri" panose="020F0502020204030204" pitchFamily="34" charset="0"/>
                        <a:ea typeface="Calibri" panose="020F0502020204030204" pitchFamily="34" charset="0"/>
                        <a:cs typeface="Arial" panose="020B0604020202020204" pitchFamily="34" charset="0"/>
                        <a:sym typeface="Arial"/>
                      </a:endParaRPr>
                    </a:p>
                    <a:p>
                      <a:pPr rtl="1"/>
                      <a:endParaRPr lang="ar-SA" sz="1200" dirty="0"/>
                    </a:p>
                  </a:txBody>
                  <a:tcPr/>
                </a:tc>
                <a:extLst>
                  <a:ext uri="{0D108BD9-81ED-4DB2-BD59-A6C34878D82A}">
                    <a16:rowId xmlns:a16="http://schemas.microsoft.com/office/drawing/2014/main" val="2909928586"/>
                  </a:ext>
                </a:extLst>
              </a:tr>
            </a:tbl>
          </a:graphicData>
        </a:graphic>
      </p:graphicFrame>
      <p:pic>
        <p:nvPicPr>
          <p:cNvPr id="3" name="Picture 2">
            <a:extLst>
              <a:ext uri="{FF2B5EF4-FFF2-40B4-BE49-F238E27FC236}">
                <a16:creationId xmlns:a16="http://schemas.microsoft.com/office/drawing/2014/main" id="{4E4D96CA-A48D-E645-E9D5-B268A33D3BDF}"/>
              </a:ext>
            </a:extLst>
          </p:cNvPr>
          <p:cNvPicPr>
            <a:picLocks noChangeAspect="1"/>
          </p:cNvPicPr>
          <p:nvPr/>
        </p:nvPicPr>
        <p:blipFill rotWithShape="1">
          <a:blip r:embed="rId3"/>
          <a:srcRect l="3092" r="2586"/>
          <a:stretch/>
        </p:blipFill>
        <p:spPr bwMode="auto">
          <a:xfrm>
            <a:off x="4129178" y="1989216"/>
            <a:ext cx="1042035" cy="390525"/>
          </a:xfrm>
          <a:prstGeom prst="rect">
            <a:avLst/>
          </a:prstGeom>
          <a:ln>
            <a:noFill/>
          </a:ln>
          <a:extLst>
            <a:ext uri="{53640926-AAD7-44D8-BBD7-CCE9431645EC}">
              <a14:shadowObscured xmlns:a14="http://schemas.microsoft.com/office/drawing/2010/main"/>
            </a:ext>
          </a:extLst>
        </p:spPr>
      </p:pic>
      <p:pic>
        <p:nvPicPr>
          <p:cNvPr id="4" name="Picture 3">
            <a:extLst>
              <a:ext uri="{FF2B5EF4-FFF2-40B4-BE49-F238E27FC236}">
                <a16:creationId xmlns:a16="http://schemas.microsoft.com/office/drawing/2014/main" id="{FFFC965C-6595-55C2-329D-2D734A102937}"/>
              </a:ext>
            </a:extLst>
          </p:cNvPr>
          <p:cNvPicPr>
            <a:picLocks noChangeAspect="1"/>
          </p:cNvPicPr>
          <p:nvPr/>
        </p:nvPicPr>
        <p:blipFill rotWithShape="1">
          <a:blip r:embed="rId4"/>
          <a:srcRect l="2806" t="8777" r="2541"/>
          <a:stretch/>
        </p:blipFill>
        <p:spPr bwMode="auto">
          <a:xfrm>
            <a:off x="4129178" y="2658079"/>
            <a:ext cx="1063625" cy="382270"/>
          </a:xfrm>
          <a:prstGeom prst="rect">
            <a:avLst/>
          </a:prstGeom>
          <a:ln>
            <a:noFill/>
          </a:ln>
          <a:extLst>
            <a:ext uri="{53640926-AAD7-44D8-BBD7-CCE9431645EC}">
              <a14:shadowObscured xmlns:a14="http://schemas.microsoft.com/office/drawing/2010/main"/>
            </a:ext>
          </a:extLst>
        </p:spPr>
      </p:pic>
      <p:pic>
        <p:nvPicPr>
          <p:cNvPr id="5" name="Picture 4">
            <a:extLst>
              <a:ext uri="{FF2B5EF4-FFF2-40B4-BE49-F238E27FC236}">
                <a16:creationId xmlns:a16="http://schemas.microsoft.com/office/drawing/2014/main" id="{66DAF73B-443E-26A7-2DF8-6A21209336E6}"/>
              </a:ext>
            </a:extLst>
          </p:cNvPr>
          <p:cNvPicPr>
            <a:picLocks noChangeAspect="1"/>
          </p:cNvPicPr>
          <p:nvPr/>
        </p:nvPicPr>
        <p:blipFill rotWithShape="1">
          <a:blip r:embed="rId5"/>
          <a:srcRect l="952" r="3103"/>
          <a:stretch/>
        </p:blipFill>
        <p:spPr bwMode="auto">
          <a:xfrm>
            <a:off x="4132988" y="3279857"/>
            <a:ext cx="1059815" cy="390525"/>
          </a:xfrm>
          <a:prstGeom prst="rect">
            <a:avLst/>
          </a:prstGeom>
          <a:ln>
            <a:noFill/>
          </a:ln>
          <a:extLst>
            <a:ext uri="{53640926-AAD7-44D8-BBD7-CCE9431645EC}">
              <a14:shadowObscured xmlns:a14="http://schemas.microsoft.com/office/drawing/2010/main"/>
            </a:ext>
          </a:extLst>
        </p:spPr>
      </p:pic>
      <p:pic>
        <p:nvPicPr>
          <p:cNvPr id="6" name="Picture 5">
            <a:extLst>
              <a:ext uri="{FF2B5EF4-FFF2-40B4-BE49-F238E27FC236}">
                <a16:creationId xmlns:a16="http://schemas.microsoft.com/office/drawing/2014/main" id="{BB6759B0-9A7C-85C8-EC1F-35EA837B22B2}"/>
              </a:ext>
            </a:extLst>
          </p:cNvPr>
          <p:cNvPicPr>
            <a:picLocks noChangeAspect="1"/>
          </p:cNvPicPr>
          <p:nvPr/>
        </p:nvPicPr>
        <p:blipFill rotWithShape="1">
          <a:blip r:embed="rId6"/>
          <a:srcRect l="1" t="2627" r="2260"/>
          <a:stretch/>
        </p:blipFill>
        <p:spPr bwMode="auto">
          <a:xfrm>
            <a:off x="4137311" y="3909890"/>
            <a:ext cx="1070610" cy="389255"/>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7926078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530">
          <a:extLst>
            <a:ext uri="{FF2B5EF4-FFF2-40B4-BE49-F238E27FC236}">
              <a16:creationId xmlns:a16="http://schemas.microsoft.com/office/drawing/2014/main" id="{6639FCE7-02C1-DB2F-4B7E-E6D49E48C427}"/>
            </a:ext>
          </a:extLst>
        </p:cNvPr>
        <p:cNvGrpSpPr/>
        <p:nvPr/>
      </p:nvGrpSpPr>
      <p:grpSpPr>
        <a:xfrm>
          <a:off x="0" y="0"/>
          <a:ext cx="0" cy="0"/>
          <a:chOff x="0" y="0"/>
          <a:chExt cx="0" cy="0"/>
        </a:xfrm>
      </p:grpSpPr>
      <p:sp>
        <p:nvSpPr>
          <p:cNvPr id="1531" name="Google Shape;1531;p39">
            <a:extLst>
              <a:ext uri="{FF2B5EF4-FFF2-40B4-BE49-F238E27FC236}">
                <a16:creationId xmlns:a16="http://schemas.microsoft.com/office/drawing/2014/main" id="{6FE40952-2CCB-763A-22BD-9157CADB5709}"/>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algn="ctr" rtl="0" fontAlgn="base"/>
            <a:r>
              <a:rPr lang="en-US" sz="2400" b="1" dirty="0">
                <a:solidFill>
                  <a:schemeClr val="dk2"/>
                </a:solidFill>
                <a:latin typeface="IBM Plex Mono"/>
                <a:sym typeface="IBM Plex Mono"/>
              </a:rPr>
              <a:t>Project Implementation with output screenshots </a:t>
            </a:r>
            <a:br>
              <a:rPr lang="en-US" sz="2400" b="1" dirty="0">
                <a:solidFill>
                  <a:schemeClr val="dk2"/>
                </a:solidFill>
                <a:latin typeface="IBM Plex Mono"/>
                <a:sym typeface="IBM Plex Mono"/>
              </a:rPr>
            </a:br>
            <a:br>
              <a:rPr lang="en-US" sz="2400" b="1" dirty="0">
                <a:solidFill>
                  <a:schemeClr val="dk2"/>
                </a:solidFill>
                <a:latin typeface="IBM Plex Mono"/>
                <a:sym typeface="IBM Plex Mono"/>
              </a:rPr>
            </a:br>
            <a:endParaRPr lang="en-US" sz="2400" b="1" i="0" dirty="0">
              <a:solidFill>
                <a:schemeClr val="tx1">
                  <a:lumMod val="90000"/>
                  <a:lumOff val="10000"/>
                </a:schemeClr>
              </a:solidFill>
              <a:effectLst/>
              <a:latin typeface="Segoe UI" panose="020B0502040204020203" pitchFamily="34" charset="0"/>
            </a:endParaRPr>
          </a:p>
        </p:txBody>
      </p:sp>
      <p:grpSp>
        <p:nvGrpSpPr>
          <p:cNvPr id="1534" name="Google Shape;1534;p39">
            <a:extLst>
              <a:ext uri="{FF2B5EF4-FFF2-40B4-BE49-F238E27FC236}">
                <a16:creationId xmlns:a16="http://schemas.microsoft.com/office/drawing/2014/main" id="{BD8D44E1-CD24-171C-1735-C6D16416B883}"/>
              </a:ext>
            </a:extLst>
          </p:cNvPr>
          <p:cNvGrpSpPr/>
          <p:nvPr/>
        </p:nvGrpSpPr>
        <p:grpSpPr>
          <a:xfrm>
            <a:off x="-123925" y="4132283"/>
            <a:ext cx="4558967" cy="1141122"/>
            <a:chOff x="-123925" y="4132283"/>
            <a:chExt cx="4558967" cy="1141122"/>
          </a:xfrm>
        </p:grpSpPr>
        <p:grpSp>
          <p:nvGrpSpPr>
            <p:cNvPr id="1535" name="Google Shape;1535;p39">
              <a:extLst>
                <a:ext uri="{FF2B5EF4-FFF2-40B4-BE49-F238E27FC236}">
                  <a16:creationId xmlns:a16="http://schemas.microsoft.com/office/drawing/2014/main" id="{9E263975-91DB-0CA8-959F-759A0814609C}"/>
                </a:ext>
              </a:extLst>
            </p:cNvPr>
            <p:cNvGrpSpPr/>
            <p:nvPr/>
          </p:nvGrpSpPr>
          <p:grpSpPr>
            <a:xfrm>
              <a:off x="-2" y="4132283"/>
              <a:ext cx="2308406" cy="1141122"/>
              <a:chOff x="-2" y="4132283"/>
              <a:chExt cx="2308406" cy="1141122"/>
            </a:xfrm>
          </p:grpSpPr>
          <p:sp>
            <p:nvSpPr>
              <p:cNvPr id="1536" name="Google Shape;1536;p39">
                <a:extLst>
                  <a:ext uri="{FF2B5EF4-FFF2-40B4-BE49-F238E27FC236}">
                    <a16:creationId xmlns:a16="http://schemas.microsoft.com/office/drawing/2014/main" id="{2178DF38-4BE5-AEEC-62DE-B23ADDE604D1}"/>
                  </a:ext>
                </a:extLst>
              </p:cNvPr>
              <p:cNvSpPr/>
              <p:nvPr/>
            </p:nvSpPr>
            <p:spPr>
              <a:xfrm rot="5400000">
                <a:off x="663005" y="3628622"/>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1537;p39">
                <a:extLst>
                  <a:ext uri="{FF2B5EF4-FFF2-40B4-BE49-F238E27FC236}">
                    <a16:creationId xmlns:a16="http://schemas.microsoft.com/office/drawing/2014/main" id="{F6E13E89-C99C-5391-3961-51518C5E57A1}"/>
                  </a:ext>
                </a:extLst>
              </p:cNvPr>
              <p:cNvSpPr/>
              <p:nvPr/>
            </p:nvSpPr>
            <p:spPr>
              <a:xfrm rot="5400000">
                <a:off x="663620" y="3469276"/>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8" name="Google Shape;1538;p39">
              <a:extLst>
                <a:ext uri="{FF2B5EF4-FFF2-40B4-BE49-F238E27FC236}">
                  <a16:creationId xmlns:a16="http://schemas.microsoft.com/office/drawing/2014/main" id="{89D9678B-5504-D339-E456-20A123F88730}"/>
                </a:ext>
              </a:extLst>
            </p:cNvPr>
            <p:cNvGrpSpPr/>
            <p:nvPr/>
          </p:nvGrpSpPr>
          <p:grpSpPr>
            <a:xfrm>
              <a:off x="-123925" y="4386226"/>
              <a:ext cx="4558967" cy="134100"/>
              <a:chOff x="796100" y="3019701"/>
              <a:chExt cx="4558967" cy="134100"/>
            </a:xfrm>
          </p:grpSpPr>
          <p:sp>
            <p:nvSpPr>
              <p:cNvPr id="1539" name="Google Shape;1539;p39">
                <a:extLst>
                  <a:ext uri="{FF2B5EF4-FFF2-40B4-BE49-F238E27FC236}">
                    <a16:creationId xmlns:a16="http://schemas.microsoft.com/office/drawing/2014/main" id="{9FC42180-C9A7-BB20-ADD3-6A9E6B833253}"/>
                  </a:ext>
                </a:extLst>
              </p:cNvPr>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540" name="Google Shape;1540;p39">
                <a:extLst>
                  <a:ext uri="{FF2B5EF4-FFF2-40B4-BE49-F238E27FC236}">
                    <a16:creationId xmlns:a16="http://schemas.microsoft.com/office/drawing/2014/main" id="{73F47A98-2809-57CE-EFD3-43A484AFEDDA}"/>
                  </a:ext>
                </a:extLst>
              </p:cNvPr>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541" name="Google Shape;1541;p39">
                <a:extLst>
                  <a:ext uri="{FF2B5EF4-FFF2-40B4-BE49-F238E27FC236}">
                    <a16:creationId xmlns:a16="http://schemas.microsoft.com/office/drawing/2014/main" id="{2AE1D5D4-2915-05B3-A8A3-6506A5055FA7}"/>
                  </a:ext>
                </a:extLst>
              </p:cNvPr>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aphicFrame>
        <p:nvGraphicFramePr>
          <p:cNvPr id="2" name="Table 1">
            <a:extLst>
              <a:ext uri="{FF2B5EF4-FFF2-40B4-BE49-F238E27FC236}">
                <a16:creationId xmlns:a16="http://schemas.microsoft.com/office/drawing/2014/main" id="{CAAF86BE-CFF9-7C37-A00A-1D2D92515354}"/>
              </a:ext>
            </a:extLst>
          </p:cNvPr>
          <p:cNvGraphicFramePr>
            <a:graphicFrameLocks noGrp="1"/>
          </p:cNvGraphicFramePr>
          <p:nvPr>
            <p:extLst>
              <p:ext uri="{D42A27DB-BD31-4B8C-83A1-F6EECF244321}">
                <p14:modId xmlns:p14="http://schemas.microsoft.com/office/powerpoint/2010/main" val="3481819767"/>
              </p:ext>
            </p:extLst>
          </p:nvPr>
        </p:nvGraphicFramePr>
        <p:xfrm>
          <a:off x="1817350" y="1368825"/>
          <a:ext cx="5665692" cy="1188720"/>
        </p:xfrm>
        <a:graphic>
          <a:graphicData uri="http://schemas.openxmlformats.org/drawingml/2006/table">
            <a:tbl>
              <a:tblPr rtl="1" firstRow="1" bandRow="1">
                <a:tableStyleId>{21E4AEA4-8DFA-4A89-87EB-49C32662AFE0}</a:tableStyleId>
              </a:tblPr>
              <a:tblGrid>
                <a:gridCol w="1888564">
                  <a:extLst>
                    <a:ext uri="{9D8B030D-6E8A-4147-A177-3AD203B41FA5}">
                      <a16:colId xmlns:a16="http://schemas.microsoft.com/office/drawing/2014/main" val="2530759511"/>
                    </a:ext>
                  </a:extLst>
                </a:gridCol>
                <a:gridCol w="1888564">
                  <a:extLst>
                    <a:ext uri="{9D8B030D-6E8A-4147-A177-3AD203B41FA5}">
                      <a16:colId xmlns:a16="http://schemas.microsoft.com/office/drawing/2014/main" val="4277969677"/>
                    </a:ext>
                  </a:extLst>
                </a:gridCol>
                <a:gridCol w="1888564">
                  <a:extLst>
                    <a:ext uri="{9D8B030D-6E8A-4147-A177-3AD203B41FA5}">
                      <a16:colId xmlns:a16="http://schemas.microsoft.com/office/drawing/2014/main" val="2533486590"/>
                    </a:ext>
                  </a:extLst>
                </a:gridCol>
              </a:tblGrid>
              <a:tr h="247195">
                <a:tc gridSpan="3">
                  <a:txBody>
                    <a:bodyPr/>
                    <a:lstStyle/>
                    <a:p>
                      <a:pPr algn="ctr" rtl="1"/>
                      <a:r>
                        <a:rPr lang="en-US" sz="1200" b="0" dirty="0" err="1">
                          <a:latin typeface="IBM Plex Mono Medium" panose="020B0609050203000203" pitchFamily="49" charset="0"/>
                        </a:rPr>
                        <a:t>sumEven</a:t>
                      </a:r>
                      <a:endParaRPr lang="ar-SA" sz="1200" b="0" i="0" u="none" strike="noStrike" kern="1200" cap="none" dirty="0">
                        <a:solidFill>
                          <a:schemeClr val="tx1">
                            <a:lumMod val="95000"/>
                            <a:lumOff val="5000"/>
                          </a:schemeClr>
                        </a:solidFill>
                        <a:latin typeface="IBM Plex Mono Medium" panose="020B0609050203000203" pitchFamily="49" charset="0"/>
                        <a:ea typeface="+mn-ea"/>
                        <a:cs typeface="+mn-cs"/>
                        <a:sym typeface="Arial"/>
                      </a:endParaRPr>
                    </a:p>
                  </a:txBody>
                  <a:tcPr/>
                </a:tc>
                <a:tc hMerge="1">
                  <a:txBody>
                    <a:bodyPr/>
                    <a:lstStyle/>
                    <a:p>
                      <a:pPr rtl="1"/>
                      <a:endParaRPr lang="ar-SA" dirty="0"/>
                    </a:p>
                  </a:txBody>
                  <a:tcPr/>
                </a:tc>
                <a:tc hMerge="1">
                  <a:txBody>
                    <a:bodyPr/>
                    <a:lstStyle/>
                    <a:p>
                      <a:pPr rtl="1"/>
                      <a:endParaRPr lang="ar-SA" dirty="0"/>
                    </a:p>
                  </a:txBody>
                  <a:tcPr/>
                </a:tc>
                <a:extLst>
                  <a:ext uri="{0D108BD9-81ED-4DB2-BD59-A6C34878D82A}">
                    <a16:rowId xmlns:a16="http://schemas.microsoft.com/office/drawing/2014/main" val="3862782652"/>
                  </a:ext>
                </a:extLst>
              </a:tr>
              <a:tr h="247195">
                <a:tc>
                  <a:txBody>
                    <a:bodyPr/>
                    <a:lstStyle/>
                    <a:p>
                      <a:pPr algn="ctr" rtl="1"/>
                      <a:r>
                        <a:rPr lang="en-US" sz="1200" b="0" i="0" u="none" strike="noStrike" kern="1200" cap="none" dirty="0" err="1">
                          <a:solidFill>
                            <a:schemeClr val="tx1">
                              <a:lumMod val="95000"/>
                              <a:lumOff val="5000"/>
                            </a:schemeClr>
                          </a:solidFill>
                          <a:latin typeface="IBM Plex Mono Medium" panose="020B0609050203000203" pitchFamily="49" charset="0"/>
                          <a:ea typeface="+mn-ea"/>
                          <a:cs typeface="+mn-cs"/>
                          <a:sym typeface="Arial"/>
                        </a:rPr>
                        <a:t>dsec</a:t>
                      </a:r>
                      <a:endParaRPr lang="ar-SA" sz="1200" b="0" i="0" u="none" strike="noStrike" kern="1200" cap="none" dirty="0">
                        <a:solidFill>
                          <a:schemeClr val="tx1">
                            <a:lumMod val="95000"/>
                            <a:lumOff val="5000"/>
                          </a:schemeClr>
                        </a:solidFill>
                        <a:latin typeface="IBM Plex Mono Medium" panose="020B0609050203000203" pitchFamily="49" charset="0"/>
                        <a:ea typeface="+mn-ea"/>
                        <a:cs typeface="+mn-cs"/>
                        <a:sym typeface="Arial"/>
                      </a:endParaRPr>
                    </a:p>
                  </a:txBody>
                  <a:tcPr/>
                </a:tc>
                <a:tc>
                  <a:txBody>
                    <a:bodyPr/>
                    <a:lstStyle/>
                    <a:p>
                      <a:pPr algn="ctr" rtl="1"/>
                      <a:r>
                        <a:rPr lang="en-US" sz="1200" b="0" i="0" u="none" strike="noStrike" kern="1200" cap="none" dirty="0">
                          <a:solidFill>
                            <a:schemeClr val="tx1">
                              <a:lumMod val="95000"/>
                              <a:lumOff val="5000"/>
                            </a:schemeClr>
                          </a:solidFill>
                          <a:latin typeface="IBM Plex Mono Medium" panose="020B0609050203000203" pitchFamily="49" charset="0"/>
                          <a:ea typeface="+mn-ea"/>
                          <a:cs typeface="+mn-cs"/>
                          <a:sym typeface="Arial"/>
                        </a:rPr>
                        <a:t>hex</a:t>
                      </a:r>
                      <a:endParaRPr lang="ar-SA" sz="1200" b="0" i="0" u="none" strike="noStrike" kern="1200" cap="none" dirty="0">
                        <a:solidFill>
                          <a:schemeClr val="tx1">
                            <a:lumMod val="95000"/>
                            <a:lumOff val="5000"/>
                          </a:schemeClr>
                        </a:solidFill>
                        <a:latin typeface="IBM Plex Mono Medium" panose="020B0609050203000203" pitchFamily="49" charset="0"/>
                        <a:ea typeface="+mn-ea"/>
                        <a:cs typeface="+mn-cs"/>
                        <a:sym typeface="Arial"/>
                      </a:endParaRPr>
                    </a:p>
                  </a:txBody>
                  <a:tcPr/>
                </a:tc>
                <a:tc>
                  <a:txBody>
                    <a:bodyPr/>
                    <a:lstStyle/>
                    <a:p>
                      <a:pPr algn="ctr" rtl="1"/>
                      <a:endParaRPr lang="ar-SA" sz="1200" b="0" i="0" u="none" strike="noStrike" kern="1200" cap="none" dirty="0">
                        <a:solidFill>
                          <a:schemeClr val="tx1">
                            <a:lumMod val="95000"/>
                            <a:lumOff val="5000"/>
                          </a:schemeClr>
                        </a:solidFill>
                        <a:latin typeface="IBM Plex Mono Medium" panose="020B0609050203000203" pitchFamily="49" charset="0"/>
                        <a:ea typeface="+mn-ea"/>
                        <a:cs typeface="+mn-cs"/>
                        <a:sym typeface="Arial"/>
                      </a:endParaRPr>
                    </a:p>
                  </a:txBody>
                  <a:tcPr/>
                </a:tc>
                <a:extLst>
                  <a:ext uri="{0D108BD9-81ED-4DB2-BD59-A6C34878D82A}">
                    <a16:rowId xmlns:a16="http://schemas.microsoft.com/office/drawing/2014/main" val="1027562049"/>
                  </a:ext>
                </a:extLst>
              </a:tr>
              <a:tr h="352523">
                <a:tc>
                  <a:txBody>
                    <a:bodyPr/>
                    <a:lstStyle/>
                    <a:p>
                      <a:pPr algn="ctr" rtl="1"/>
                      <a:r>
                        <a:rPr lang="en-US" sz="1200" dirty="0"/>
                        <a:t>216</a:t>
                      </a:r>
                      <a:endParaRPr lang="ar-SA" sz="1200" dirty="0"/>
                    </a:p>
                  </a:txBody>
                  <a:tcPr/>
                </a:tc>
                <a:tc>
                  <a:txBody>
                    <a:bodyPr/>
                    <a:lstStyle/>
                    <a:p>
                      <a:pPr rtl="1"/>
                      <a:endParaRPr lang="en-US" sz="1200" dirty="0"/>
                    </a:p>
                    <a:p>
                      <a:pPr rtl="1"/>
                      <a:endParaRPr lang="en-US" sz="1200" dirty="0"/>
                    </a:p>
                    <a:p>
                      <a:pPr rtl="1"/>
                      <a:endParaRPr lang="ar-SA" sz="1200" dirty="0"/>
                    </a:p>
                  </a:txBody>
                  <a:tcPr/>
                </a:tc>
                <a:tc>
                  <a:txBody>
                    <a:bodyPr/>
                    <a:lstStyle/>
                    <a:p>
                      <a:pPr algn="ctr" rtl="1">
                        <a:lnSpc>
                          <a:spcPct val="115000"/>
                        </a:lnSpc>
                        <a:spcAft>
                          <a:spcPts val="1000"/>
                        </a:spcAft>
                      </a:pPr>
                      <a:r>
                        <a:rPr kumimoji="0" lang="en-US" sz="1200" b="0" i="0" u="none" strike="noStrike" kern="1200" cap="none" spc="0" normalizeH="0" baseline="0" noProof="0" dirty="0">
                          <a:ln>
                            <a:noFill/>
                          </a:ln>
                          <a:solidFill>
                            <a:srgbClr val="1D1D1D">
                              <a:lumMod val="95000"/>
                              <a:lumOff val="5000"/>
                            </a:srgbClr>
                          </a:solidFill>
                          <a:effectLst/>
                          <a:uLnTx/>
                          <a:uFillTx/>
                          <a:latin typeface="IBM Plex Mono Medium" panose="020B0609050203000203" pitchFamily="49" charset="0"/>
                          <a:ea typeface="+mn-ea"/>
                          <a:cs typeface="+mn-cs"/>
                          <a:sym typeface="Arial"/>
                        </a:rPr>
                        <a:t>[</a:t>
                      </a:r>
                      <a:r>
                        <a:rPr kumimoji="0" lang="en-US" sz="1200" b="0" i="0" u="none" strike="noStrike" kern="1200" cap="none" spc="0" normalizeH="0" baseline="0" noProof="0" dirty="0" err="1">
                          <a:ln>
                            <a:noFill/>
                          </a:ln>
                          <a:solidFill>
                            <a:srgbClr val="1D1D1D">
                              <a:lumMod val="95000"/>
                              <a:lumOff val="5000"/>
                            </a:srgbClr>
                          </a:solidFill>
                          <a:effectLst/>
                          <a:uLnTx/>
                          <a:uFillTx/>
                          <a:latin typeface="IBM Plex Mono Medium" panose="020B0609050203000203" pitchFamily="49" charset="0"/>
                          <a:ea typeface="+mn-ea"/>
                          <a:cs typeface="+mn-cs"/>
                          <a:sym typeface="Arial"/>
                        </a:rPr>
                        <a:t>sumEven</a:t>
                      </a:r>
                      <a:r>
                        <a:rPr kumimoji="0" lang="en-US" sz="1200" b="0" i="0" u="none" strike="noStrike" kern="1200" cap="none" spc="0" normalizeH="0" baseline="0" noProof="0" dirty="0">
                          <a:ln>
                            <a:noFill/>
                          </a:ln>
                          <a:solidFill>
                            <a:srgbClr val="1D1D1D">
                              <a:lumMod val="95000"/>
                              <a:lumOff val="5000"/>
                            </a:srgbClr>
                          </a:solidFill>
                          <a:effectLst/>
                          <a:uLnTx/>
                          <a:uFillTx/>
                          <a:latin typeface="IBM Plex Mono Medium" panose="020B0609050203000203" pitchFamily="49" charset="0"/>
                          <a:ea typeface="+mn-ea"/>
                          <a:cs typeface="+mn-cs"/>
                          <a:sym typeface="Arial"/>
                        </a:rPr>
                        <a:t>]</a:t>
                      </a:r>
                      <a:endParaRPr lang="en-US" sz="12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972194686"/>
                  </a:ext>
                </a:extLst>
              </a:tr>
            </a:tbl>
          </a:graphicData>
        </a:graphic>
      </p:graphicFrame>
      <p:pic>
        <p:nvPicPr>
          <p:cNvPr id="7" name="Picture 6">
            <a:extLst>
              <a:ext uri="{FF2B5EF4-FFF2-40B4-BE49-F238E27FC236}">
                <a16:creationId xmlns:a16="http://schemas.microsoft.com/office/drawing/2014/main" id="{37DAE4E1-E10C-2E11-F497-C780537CF419}"/>
              </a:ext>
            </a:extLst>
          </p:cNvPr>
          <p:cNvPicPr>
            <a:picLocks noChangeAspect="1"/>
          </p:cNvPicPr>
          <p:nvPr/>
        </p:nvPicPr>
        <p:blipFill rotWithShape="1">
          <a:blip r:embed="rId3"/>
          <a:srcRect r="1888"/>
          <a:stretch/>
        </p:blipFill>
        <p:spPr bwMode="auto">
          <a:xfrm>
            <a:off x="4122193" y="2051768"/>
            <a:ext cx="1056005" cy="361950"/>
          </a:xfrm>
          <a:prstGeom prst="rect">
            <a:avLst/>
          </a:prstGeom>
          <a:ln>
            <a:noFill/>
          </a:ln>
          <a:extLst>
            <a:ext uri="{53640926-AAD7-44D8-BBD7-CCE9431645EC}">
              <a14:shadowObscured xmlns:a14="http://schemas.microsoft.com/office/drawing/2010/main"/>
            </a:ext>
          </a:extLst>
        </p:spPr>
      </p:pic>
      <p:graphicFrame>
        <p:nvGraphicFramePr>
          <p:cNvPr id="8" name="Table 7">
            <a:extLst>
              <a:ext uri="{FF2B5EF4-FFF2-40B4-BE49-F238E27FC236}">
                <a16:creationId xmlns:a16="http://schemas.microsoft.com/office/drawing/2014/main" id="{A68DDB67-AC3C-F578-099F-848970E39A8A}"/>
              </a:ext>
            </a:extLst>
          </p:cNvPr>
          <p:cNvGraphicFramePr>
            <a:graphicFrameLocks noGrp="1"/>
          </p:cNvGraphicFramePr>
          <p:nvPr>
            <p:extLst>
              <p:ext uri="{D42A27DB-BD31-4B8C-83A1-F6EECF244321}">
                <p14:modId xmlns:p14="http://schemas.microsoft.com/office/powerpoint/2010/main" val="355637205"/>
              </p:ext>
            </p:extLst>
          </p:nvPr>
        </p:nvGraphicFramePr>
        <p:xfrm>
          <a:off x="1790876" y="2906671"/>
          <a:ext cx="5665692" cy="1188720"/>
        </p:xfrm>
        <a:graphic>
          <a:graphicData uri="http://schemas.openxmlformats.org/drawingml/2006/table">
            <a:tbl>
              <a:tblPr rtl="1" firstRow="1" bandRow="1">
                <a:tableStyleId>{21E4AEA4-8DFA-4A89-87EB-49C32662AFE0}</a:tableStyleId>
              </a:tblPr>
              <a:tblGrid>
                <a:gridCol w="1888564">
                  <a:extLst>
                    <a:ext uri="{9D8B030D-6E8A-4147-A177-3AD203B41FA5}">
                      <a16:colId xmlns:a16="http://schemas.microsoft.com/office/drawing/2014/main" val="2530759511"/>
                    </a:ext>
                  </a:extLst>
                </a:gridCol>
                <a:gridCol w="1888564">
                  <a:extLst>
                    <a:ext uri="{9D8B030D-6E8A-4147-A177-3AD203B41FA5}">
                      <a16:colId xmlns:a16="http://schemas.microsoft.com/office/drawing/2014/main" val="4277969677"/>
                    </a:ext>
                  </a:extLst>
                </a:gridCol>
                <a:gridCol w="1888564">
                  <a:extLst>
                    <a:ext uri="{9D8B030D-6E8A-4147-A177-3AD203B41FA5}">
                      <a16:colId xmlns:a16="http://schemas.microsoft.com/office/drawing/2014/main" val="2533486590"/>
                    </a:ext>
                  </a:extLst>
                </a:gridCol>
              </a:tblGrid>
              <a:tr h="247195">
                <a:tc gridSpan="3">
                  <a:txBody>
                    <a:bodyPr/>
                    <a:lstStyle/>
                    <a:p>
                      <a:pPr algn="ctr" rtl="1"/>
                      <a:r>
                        <a:rPr lang="en-US" sz="1200" b="0" dirty="0">
                          <a:latin typeface="IBM Plex Mono Medium" panose="020B0609050203000203" pitchFamily="49" charset="0"/>
                        </a:rPr>
                        <a:t>avg</a:t>
                      </a:r>
                      <a:endParaRPr lang="ar-SA" sz="1200" b="0" i="0" u="none" strike="noStrike" kern="1200" cap="none" dirty="0">
                        <a:solidFill>
                          <a:schemeClr val="tx1">
                            <a:lumMod val="95000"/>
                            <a:lumOff val="5000"/>
                          </a:schemeClr>
                        </a:solidFill>
                        <a:latin typeface="IBM Plex Mono Medium" panose="020B0609050203000203" pitchFamily="49" charset="0"/>
                        <a:ea typeface="+mn-ea"/>
                        <a:cs typeface="+mn-cs"/>
                        <a:sym typeface="Arial"/>
                      </a:endParaRPr>
                    </a:p>
                  </a:txBody>
                  <a:tcPr/>
                </a:tc>
                <a:tc hMerge="1">
                  <a:txBody>
                    <a:bodyPr/>
                    <a:lstStyle/>
                    <a:p>
                      <a:pPr rtl="1"/>
                      <a:endParaRPr lang="ar-SA" dirty="0"/>
                    </a:p>
                  </a:txBody>
                  <a:tcPr/>
                </a:tc>
                <a:tc hMerge="1">
                  <a:txBody>
                    <a:bodyPr/>
                    <a:lstStyle/>
                    <a:p>
                      <a:pPr rtl="1"/>
                      <a:endParaRPr lang="ar-SA" dirty="0"/>
                    </a:p>
                  </a:txBody>
                  <a:tcPr/>
                </a:tc>
                <a:extLst>
                  <a:ext uri="{0D108BD9-81ED-4DB2-BD59-A6C34878D82A}">
                    <a16:rowId xmlns:a16="http://schemas.microsoft.com/office/drawing/2014/main" val="3862782652"/>
                  </a:ext>
                </a:extLst>
              </a:tr>
              <a:tr h="247195">
                <a:tc>
                  <a:txBody>
                    <a:bodyPr/>
                    <a:lstStyle/>
                    <a:p>
                      <a:pPr algn="ctr" rtl="1"/>
                      <a:r>
                        <a:rPr lang="en-US" sz="1200" b="0" i="0" u="none" strike="noStrike" kern="1200" cap="none" dirty="0" err="1">
                          <a:solidFill>
                            <a:schemeClr val="tx1">
                              <a:lumMod val="95000"/>
                              <a:lumOff val="5000"/>
                            </a:schemeClr>
                          </a:solidFill>
                          <a:latin typeface="IBM Plex Mono Medium" panose="020B0609050203000203" pitchFamily="49" charset="0"/>
                          <a:ea typeface="+mn-ea"/>
                          <a:cs typeface="+mn-cs"/>
                          <a:sym typeface="Arial"/>
                        </a:rPr>
                        <a:t>dsec</a:t>
                      </a:r>
                      <a:endParaRPr lang="ar-SA" sz="1200" b="0" i="0" u="none" strike="noStrike" kern="1200" cap="none" dirty="0">
                        <a:solidFill>
                          <a:schemeClr val="tx1">
                            <a:lumMod val="95000"/>
                            <a:lumOff val="5000"/>
                          </a:schemeClr>
                        </a:solidFill>
                        <a:latin typeface="IBM Plex Mono Medium" panose="020B0609050203000203" pitchFamily="49" charset="0"/>
                        <a:ea typeface="+mn-ea"/>
                        <a:cs typeface="+mn-cs"/>
                        <a:sym typeface="Arial"/>
                      </a:endParaRPr>
                    </a:p>
                  </a:txBody>
                  <a:tcPr/>
                </a:tc>
                <a:tc>
                  <a:txBody>
                    <a:bodyPr/>
                    <a:lstStyle/>
                    <a:p>
                      <a:pPr algn="ctr" rtl="1"/>
                      <a:r>
                        <a:rPr lang="en-US" sz="1200" b="0" i="0" u="none" strike="noStrike" kern="1200" cap="none" dirty="0">
                          <a:solidFill>
                            <a:schemeClr val="tx1">
                              <a:lumMod val="95000"/>
                              <a:lumOff val="5000"/>
                            </a:schemeClr>
                          </a:solidFill>
                          <a:latin typeface="IBM Plex Mono Medium" panose="020B0609050203000203" pitchFamily="49" charset="0"/>
                          <a:ea typeface="+mn-ea"/>
                          <a:cs typeface="+mn-cs"/>
                          <a:sym typeface="Arial"/>
                        </a:rPr>
                        <a:t>hex</a:t>
                      </a:r>
                      <a:endParaRPr lang="ar-SA" sz="1200" b="0" i="0" u="none" strike="noStrike" kern="1200" cap="none" dirty="0">
                        <a:solidFill>
                          <a:schemeClr val="tx1">
                            <a:lumMod val="95000"/>
                            <a:lumOff val="5000"/>
                          </a:schemeClr>
                        </a:solidFill>
                        <a:latin typeface="IBM Plex Mono Medium" panose="020B0609050203000203" pitchFamily="49" charset="0"/>
                        <a:ea typeface="+mn-ea"/>
                        <a:cs typeface="+mn-cs"/>
                        <a:sym typeface="Arial"/>
                      </a:endParaRPr>
                    </a:p>
                  </a:txBody>
                  <a:tcPr/>
                </a:tc>
                <a:tc>
                  <a:txBody>
                    <a:bodyPr/>
                    <a:lstStyle/>
                    <a:p>
                      <a:pPr algn="ctr" rtl="1"/>
                      <a:endParaRPr lang="ar-SA" sz="1200" b="0" i="0" u="none" strike="noStrike" kern="1200" cap="none" dirty="0">
                        <a:solidFill>
                          <a:schemeClr val="tx1">
                            <a:lumMod val="95000"/>
                            <a:lumOff val="5000"/>
                          </a:schemeClr>
                        </a:solidFill>
                        <a:latin typeface="IBM Plex Mono Medium" panose="020B0609050203000203" pitchFamily="49" charset="0"/>
                        <a:ea typeface="+mn-ea"/>
                        <a:cs typeface="+mn-cs"/>
                        <a:sym typeface="Arial"/>
                      </a:endParaRPr>
                    </a:p>
                  </a:txBody>
                  <a:tcPr/>
                </a:tc>
                <a:extLst>
                  <a:ext uri="{0D108BD9-81ED-4DB2-BD59-A6C34878D82A}">
                    <a16:rowId xmlns:a16="http://schemas.microsoft.com/office/drawing/2014/main" val="1027562049"/>
                  </a:ext>
                </a:extLst>
              </a:tr>
              <a:tr h="352523">
                <a:tc>
                  <a:txBody>
                    <a:bodyPr/>
                    <a:lstStyle/>
                    <a:p>
                      <a:pPr algn="ctr" rtl="1"/>
                      <a:r>
                        <a:rPr lang="en-US" sz="1200" dirty="0"/>
                        <a:t>24</a:t>
                      </a:r>
                      <a:endParaRPr lang="ar-SA" sz="1200" dirty="0"/>
                    </a:p>
                  </a:txBody>
                  <a:tcPr/>
                </a:tc>
                <a:tc>
                  <a:txBody>
                    <a:bodyPr/>
                    <a:lstStyle/>
                    <a:p>
                      <a:pPr rtl="1"/>
                      <a:endParaRPr lang="en-US" sz="1200" dirty="0"/>
                    </a:p>
                    <a:p>
                      <a:pPr rtl="1"/>
                      <a:endParaRPr lang="en-US" sz="1200" dirty="0"/>
                    </a:p>
                    <a:p>
                      <a:pPr rtl="1"/>
                      <a:endParaRPr lang="ar-SA" sz="1200" dirty="0"/>
                    </a:p>
                  </a:txBody>
                  <a:tcPr/>
                </a:tc>
                <a:tc>
                  <a:txBody>
                    <a:bodyPr/>
                    <a:lstStyle/>
                    <a:p>
                      <a:pPr algn="ctr" rtl="1">
                        <a:lnSpc>
                          <a:spcPct val="115000"/>
                        </a:lnSpc>
                        <a:spcAft>
                          <a:spcPts val="1000"/>
                        </a:spcAft>
                      </a:pPr>
                      <a:r>
                        <a:rPr kumimoji="0" lang="en-US" sz="1200" b="0" i="0" u="none" strike="noStrike" kern="1200" cap="none" spc="0" normalizeH="0" baseline="0" noProof="0" dirty="0">
                          <a:ln>
                            <a:noFill/>
                          </a:ln>
                          <a:solidFill>
                            <a:srgbClr val="1D1D1D">
                              <a:lumMod val="95000"/>
                              <a:lumOff val="5000"/>
                            </a:srgbClr>
                          </a:solidFill>
                          <a:effectLst/>
                          <a:uLnTx/>
                          <a:uFillTx/>
                          <a:latin typeface="IBM Plex Mono Medium" panose="020B0609050203000203" pitchFamily="49" charset="0"/>
                          <a:ea typeface="+mn-ea"/>
                          <a:cs typeface="+mn-cs"/>
                          <a:sym typeface="Arial"/>
                        </a:rPr>
                        <a:t>[avg]</a:t>
                      </a:r>
                      <a:endParaRPr lang="en-US" sz="12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972194686"/>
                  </a:ext>
                </a:extLst>
              </a:tr>
            </a:tbl>
          </a:graphicData>
        </a:graphic>
      </p:graphicFrame>
      <p:pic>
        <p:nvPicPr>
          <p:cNvPr id="9" name="Picture 8">
            <a:extLst>
              <a:ext uri="{FF2B5EF4-FFF2-40B4-BE49-F238E27FC236}">
                <a16:creationId xmlns:a16="http://schemas.microsoft.com/office/drawing/2014/main" id="{058D575B-1A83-912F-6EC5-42A162EB472D}"/>
              </a:ext>
            </a:extLst>
          </p:cNvPr>
          <p:cNvPicPr>
            <a:picLocks noChangeAspect="1"/>
          </p:cNvPicPr>
          <p:nvPr/>
        </p:nvPicPr>
        <p:blipFill rotWithShape="1">
          <a:blip r:embed="rId4"/>
          <a:srcRect l="2321" t="5774" r="4040"/>
          <a:stretch/>
        </p:blipFill>
        <p:spPr bwMode="auto">
          <a:xfrm>
            <a:off x="4042092" y="3533037"/>
            <a:ext cx="1059815" cy="38481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0462216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530">
          <a:extLst>
            <a:ext uri="{FF2B5EF4-FFF2-40B4-BE49-F238E27FC236}">
              <a16:creationId xmlns:a16="http://schemas.microsoft.com/office/drawing/2014/main" id="{C1AD3FC6-E8EE-CA2E-CAB2-52E70185BE03}"/>
            </a:ext>
          </a:extLst>
        </p:cNvPr>
        <p:cNvGrpSpPr/>
        <p:nvPr/>
      </p:nvGrpSpPr>
      <p:grpSpPr>
        <a:xfrm>
          <a:off x="0" y="0"/>
          <a:ext cx="0" cy="0"/>
          <a:chOff x="0" y="0"/>
          <a:chExt cx="0" cy="0"/>
        </a:xfrm>
      </p:grpSpPr>
      <p:sp>
        <p:nvSpPr>
          <p:cNvPr id="1531" name="Google Shape;1531;p39">
            <a:extLst>
              <a:ext uri="{FF2B5EF4-FFF2-40B4-BE49-F238E27FC236}">
                <a16:creationId xmlns:a16="http://schemas.microsoft.com/office/drawing/2014/main" id="{686B1910-66AA-EF87-2C87-0AD80E91C935}"/>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algn="ctr" rtl="0" fontAlgn="base"/>
            <a:r>
              <a:rPr lang="en-US" sz="2400" b="1" dirty="0">
                <a:solidFill>
                  <a:schemeClr val="dk2"/>
                </a:solidFill>
                <a:latin typeface="IBM Plex Mono"/>
                <a:sym typeface="IBM Plex Mono"/>
              </a:rPr>
              <a:t>Project Implementation with output screenshots </a:t>
            </a:r>
            <a:br>
              <a:rPr lang="en-US" sz="2400" b="1" dirty="0">
                <a:solidFill>
                  <a:schemeClr val="dk2"/>
                </a:solidFill>
                <a:latin typeface="IBM Plex Mono"/>
                <a:sym typeface="IBM Plex Mono"/>
              </a:rPr>
            </a:br>
            <a:br>
              <a:rPr lang="en-US" sz="2400" b="1" dirty="0">
                <a:solidFill>
                  <a:schemeClr val="dk2"/>
                </a:solidFill>
                <a:latin typeface="IBM Plex Mono"/>
                <a:sym typeface="IBM Plex Mono"/>
              </a:rPr>
            </a:br>
            <a:endParaRPr lang="en-US" sz="2400" b="1" i="0" dirty="0">
              <a:solidFill>
                <a:schemeClr val="tx1">
                  <a:lumMod val="90000"/>
                  <a:lumOff val="10000"/>
                </a:schemeClr>
              </a:solidFill>
              <a:effectLst/>
              <a:latin typeface="Segoe UI" panose="020B0502040204020203" pitchFamily="34" charset="0"/>
            </a:endParaRPr>
          </a:p>
        </p:txBody>
      </p:sp>
      <p:grpSp>
        <p:nvGrpSpPr>
          <p:cNvPr id="1534" name="Google Shape;1534;p39">
            <a:extLst>
              <a:ext uri="{FF2B5EF4-FFF2-40B4-BE49-F238E27FC236}">
                <a16:creationId xmlns:a16="http://schemas.microsoft.com/office/drawing/2014/main" id="{EC74B1CA-95D3-0310-E035-8EC04DB65A2E}"/>
              </a:ext>
            </a:extLst>
          </p:cNvPr>
          <p:cNvGrpSpPr/>
          <p:nvPr/>
        </p:nvGrpSpPr>
        <p:grpSpPr>
          <a:xfrm>
            <a:off x="-123925" y="4132283"/>
            <a:ext cx="4558967" cy="1141122"/>
            <a:chOff x="-123925" y="4132283"/>
            <a:chExt cx="4558967" cy="1141122"/>
          </a:xfrm>
        </p:grpSpPr>
        <p:grpSp>
          <p:nvGrpSpPr>
            <p:cNvPr id="1535" name="Google Shape;1535;p39">
              <a:extLst>
                <a:ext uri="{FF2B5EF4-FFF2-40B4-BE49-F238E27FC236}">
                  <a16:creationId xmlns:a16="http://schemas.microsoft.com/office/drawing/2014/main" id="{31F896F6-C942-7F06-B052-5869BA414E1E}"/>
                </a:ext>
              </a:extLst>
            </p:cNvPr>
            <p:cNvGrpSpPr/>
            <p:nvPr/>
          </p:nvGrpSpPr>
          <p:grpSpPr>
            <a:xfrm>
              <a:off x="-2" y="4132283"/>
              <a:ext cx="2308406" cy="1141122"/>
              <a:chOff x="-2" y="4132283"/>
              <a:chExt cx="2308406" cy="1141122"/>
            </a:xfrm>
          </p:grpSpPr>
          <p:sp>
            <p:nvSpPr>
              <p:cNvPr id="1536" name="Google Shape;1536;p39">
                <a:extLst>
                  <a:ext uri="{FF2B5EF4-FFF2-40B4-BE49-F238E27FC236}">
                    <a16:creationId xmlns:a16="http://schemas.microsoft.com/office/drawing/2014/main" id="{1828946C-C411-E46C-4AD0-6AC1ABE96D67}"/>
                  </a:ext>
                </a:extLst>
              </p:cNvPr>
              <p:cNvSpPr/>
              <p:nvPr/>
            </p:nvSpPr>
            <p:spPr>
              <a:xfrm rot="5400000">
                <a:off x="663005" y="3628622"/>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1537;p39">
                <a:extLst>
                  <a:ext uri="{FF2B5EF4-FFF2-40B4-BE49-F238E27FC236}">
                    <a16:creationId xmlns:a16="http://schemas.microsoft.com/office/drawing/2014/main" id="{A77ABC15-9393-C964-541D-DF4CC03C678A}"/>
                  </a:ext>
                </a:extLst>
              </p:cNvPr>
              <p:cNvSpPr/>
              <p:nvPr/>
            </p:nvSpPr>
            <p:spPr>
              <a:xfrm rot="5400000">
                <a:off x="663620" y="3469276"/>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8" name="Google Shape;1538;p39">
              <a:extLst>
                <a:ext uri="{FF2B5EF4-FFF2-40B4-BE49-F238E27FC236}">
                  <a16:creationId xmlns:a16="http://schemas.microsoft.com/office/drawing/2014/main" id="{AAF2F686-21FA-E699-9AA4-B03B3E57BAEB}"/>
                </a:ext>
              </a:extLst>
            </p:cNvPr>
            <p:cNvGrpSpPr/>
            <p:nvPr/>
          </p:nvGrpSpPr>
          <p:grpSpPr>
            <a:xfrm>
              <a:off x="-123925" y="4386226"/>
              <a:ext cx="4558967" cy="134100"/>
              <a:chOff x="796100" y="3019701"/>
              <a:chExt cx="4558967" cy="134100"/>
            </a:xfrm>
          </p:grpSpPr>
          <p:sp>
            <p:nvSpPr>
              <p:cNvPr id="1539" name="Google Shape;1539;p39">
                <a:extLst>
                  <a:ext uri="{FF2B5EF4-FFF2-40B4-BE49-F238E27FC236}">
                    <a16:creationId xmlns:a16="http://schemas.microsoft.com/office/drawing/2014/main" id="{A84DF55E-B369-7FA1-DEA1-16B591B0D0C1}"/>
                  </a:ext>
                </a:extLst>
              </p:cNvPr>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540" name="Google Shape;1540;p39">
                <a:extLst>
                  <a:ext uri="{FF2B5EF4-FFF2-40B4-BE49-F238E27FC236}">
                    <a16:creationId xmlns:a16="http://schemas.microsoft.com/office/drawing/2014/main" id="{E15436FB-E183-3D49-41D5-4451A6D13AD9}"/>
                  </a:ext>
                </a:extLst>
              </p:cNvPr>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541" name="Google Shape;1541;p39">
                <a:extLst>
                  <a:ext uri="{FF2B5EF4-FFF2-40B4-BE49-F238E27FC236}">
                    <a16:creationId xmlns:a16="http://schemas.microsoft.com/office/drawing/2014/main" id="{31EA4176-3406-B127-1FC0-175BE06844AD}"/>
                  </a:ext>
                </a:extLst>
              </p:cNvPr>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aphicFrame>
        <p:nvGraphicFramePr>
          <p:cNvPr id="2" name="Table 1">
            <a:extLst>
              <a:ext uri="{FF2B5EF4-FFF2-40B4-BE49-F238E27FC236}">
                <a16:creationId xmlns:a16="http://schemas.microsoft.com/office/drawing/2014/main" id="{AE657D4B-7E3C-90F1-1D1A-1D2FCCA5EF28}"/>
              </a:ext>
            </a:extLst>
          </p:cNvPr>
          <p:cNvGraphicFramePr>
            <a:graphicFrameLocks noGrp="1"/>
          </p:cNvGraphicFramePr>
          <p:nvPr>
            <p:extLst>
              <p:ext uri="{D42A27DB-BD31-4B8C-83A1-F6EECF244321}">
                <p14:modId xmlns:p14="http://schemas.microsoft.com/office/powerpoint/2010/main" val="2708889745"/>
              </p:ext>
            </p:extLst>
          </p:nvPr>
        </p:nvGraphicFramePr>
        <p:xfrm>
          <a:off x="1817350" y="1368825"/>
          <a:ext cx="5665692" cy="3635248"/>
        </p:xfrm>
        <a:graphic>
          <a:graphicData uri="http://schemas.openxmlformats.org/drawingml/2006/table">
            <a:tbl>
              <a:tblPr rtl="1" firstRow="1" bandRow="1">
                <a:tableStyleId>{21E4AEA4-8DFA-4A89-87EB-49C32662AFE0}</a:tableStyleId>
              </a:tblPr>
              <a:tblGrid>
                <a:gridCol w="1888564">
                  <a:extLst>
                    <a:ext uri="{9D8B030D-6E8A-4147-A177-3AD203B41FA5}">
                      <a16:colId xmlns:a16="http://schemas.microsoft.com/office/drawing/2014/main" val="2530759511"/>
                    </a:ext>
                  </a:extLst>
                </a:gridCol>
                <a:gridCol w="1888564">
                  <a:extLst>
                    <a:ext uri="{9D8B030D-6E8A-4147-A177-3AD203B41FA5}">
                      <a16:colId xmlns:a16="http://schemas.microsoft.com/office/drawing/2014/main" val="4277969677"/>
                    </a:ext>
                  </a:extLst>
                </a:gridCol>
                <a:gridCol w="1888564">
                  <a:extLst>
                    <a:ext uri="{9D8B030D-6E8A-4147-A177-3AD203B41FA5}">
                      <a16:colId xmlns:a16="http://schemas.microsoft.com/office/drawing/2014/main" val="2533486590"/>
                    </a:ext>
                  </a:extLst>
                </a:gridCol>
              </a:tblGrid>
              <a:tr h="247195">
                <a:tc gridSpan="3">
                  <a:txBody>
                    <a:bodyPr/>
                    <a:lstStyle/>
                    <a:p>
                      <a:pPr algn="ctr" rtl="1"/>
                      <a:r>
                        <a:rPr lang="en-US" sz="1200" b="0" dirty="0">
                          <a:latin typeface="IBM Plex Mono Medium" panose="020B0609050203000203" pitchFamily="49" charset="0"/>
                        </a:rPr>
                        <a:t>sort</a:t>
                      </a:r>
                      <a:endParaRPr lang="ar-SA" sz="1200" b="0" i="0" u="none" strike="noStrike" kern="1200" cap="none" dirty="0">
                        <a:solidFill>
                          <a:schemeClr val="tx1">
                            <a:lumMod val="95000"/>
                            <a:lumOff val="5000"/>
                          </a:schemeClr>
                        </a:solidFill>
                        <a:latin typeface="IBM Plex Mono Medium" panose="020B0609050203000203" pitchFamily="49" charset="0"/>
                        <a:ea typeface="+mn-ea"/>
                        <a:cs typeface="+mn-cs"/>
                        <a:sym typeface="Arial"/>
                      </a:endParaRPr>
                    </a:p>
                  </a:txBody>
                  <a:tcPr/>
                </a:tc>
                <a:tc hMerge="1">
                  <a:txBody>
                    <a:bodyPr/>
                    <a:lstStyle/>
                    <a:p>
                      <a:pPr rtl="1"/>
                      <a:endParaRPr lang="ar-SA" dirty="0"/>
                    </a:p>
                  </a:txBody>
                  <a:tcPr/>
                </a:tc>
                <a:tc hMerge="1">
                  <a:txBody>
                    <a:bodyPr/>
                    <a:lstStyle/>
                    <a:p>
                      <a:pPr rtl="1"/>
                      <a:endParaRPr lang="ar-SA" dirty="0"/>
                    </a:p>
                  </a:txBody>
                  <a:tcPr/>
                </a:tc>
                <a:extLst>
                  <a:ext uri="{0D108BD9-81ED-4DB2-BD59-A6C34878D82A}">
                    <a16:rowId xmlns:a16="http://schemas.microsoft.com/office/drawing/2014/main" val="3862782652"/>
                  </a:ext>
                </a:extLst>
              </a:tr>
              <a:tr h="247195">
                <a:tc>
                  <a:txBody>
                    <a:bodyPr/>
                    <a:lstStyle/>
                    <a:p>
                      <a:pPr algn="ctr" rtl="1"/>
                      <a:r>
                        <a:rPr lang="en-US" sz="1200" b="0" i="0" u="none" strike="noStrike" kern="1200" cap="none" dirty="0">
                          <a:solidFill>
                            <a:schemeClr val="tx1">
                              <a:lumMod val="95000"/>
                              <a:lumOff val="5000"/>
                            </a:schemeClr>
                          </a:solidFill>
                          <a:latin typeface="IBM Plex Mono Medium" panose="020B0609050203000203" pitchFamily="49" charset="0"/>
                          <a:ea typeface="+mn-ea"/>
                          <a:cs typeface="+mn-cs"/>
                          <a:sym typeface="Arial"/>
                        </a:rPr>
                        <a:t>dec</a:t>
                      </a:r>
                      <a:endParaRPr lang="ar-SA" sz="1200" b="0" i="0" u="none" strike="noStrike" kern="1200" cap="none" dirty="0">
                        <a:solidFill>
                          <a:schemeClr val="tx1">
                            <a:lumMod val="95000"/>
                            <a:lumOff val="5000"/>
                          </a:schemeClr>
                        </a:solidFill>
                        <a:latin typeface="IBM Plex Mono Medium" panose="020B0609050203000203" pitchFamily="49" charset="0"/>
                        <a:ea typeface="+mn-ea"/>
                        <a:cs typeface="+mn-cs"/>
                        <a:sym typeface="Arial"/>
                      </a:endParaRPr>
                    </a:p>
                  </a:txBody>
                  <a:tcPr/>
                </a:tc>
                <a:tc>
                  <a:txBody>
                    <a:bodyPr/>
                    <a:lstStyle/>
                    <a:p>
                      <a:pPr algn="ctr" rtl="1"/>
                      <a:r>
                        <a:rPr lang="en-US" sz="1200" b="0" i="0" u="none" strike="noStrike" kern="1200" cap="none" dirty="0">
                          <a:solidFill>
                            <a:schemeClr val="tx1">
                              <a:lumMod val="95000"/>
                              <a:lumOff val="5000"/>
                            </a:schemeClr>
                          </a:solidFill>
                          <a:latin typeface="IBM Plex Mono Medium" panose="020B0609050203000203" pitchFamily="49" charset="0"/>
                          <a:ea typeface="+mn-ea"/>
                          <a:cs typeface="+mn-cs"/>
                          <a:sym typeface="Arial"/>
                        </a:rPr>
                        <a:t>hex</a:t>
                      </a:r>
                      <a:endParaRPr lang="ar-SA" sz="1200" b="0" i="0" u="none" strike="noStrike" kern="1200" cap="none" dirty="0">
                        <a:solidFill>
                          <a:schemeClr val="tx1">
                            <a:lumMod val="95000"/>
                            <a:lumOff val="5000"/>
                          </a:schemeClr>
                        </a:solidFill>
                        <a:latin typeface="IBM Plex Mono Medium" panose="020B0609050203000203" pitchFamily="49" charset="0"/>
                        <a:ea typeface="+mn-ea"/>
                        <a:cs typeface="+mn-cs"/>
                        <a:sym typeface="Arial"/>
                      </a:endParaRPr>
                    </a:p>
                  </a:txBody>
                  <a:tcPr/>
                </a:tc>
                <a:tc>
                  <a:txBody>
                    <a:bodyPr/>
                    <a:lstStyle/>
                    <a:p>
                      <a:pPr algn="ctr" rtl="1"/>
                      <a:endParaRPr lang="ar-SA" sz="1200" b="0" i="0" u="none" strike="noStrike" kern="1200" cap="none" dirty="0">
                        <a:solidFill>
                          <a:schemeClr val="tx1">
                            <a:lumMod val="95000"/>
                            <a:lumOff val="5000"/>
                          </a:schemeClr>
                        </a:solidFill>
                        <a:latin typeface="IBM Plex Mono Medium" panose="020B0609050203000203" pitchFamily="49" charset="0"/>
                        <a:ea typeface="+mn-ea"/>
                        <a:cs typeface="+mn-cs"/>
                        <a:sym typeface="Arial"/>
                      </a:endParaRPr>
                    </a:p>
                  </a:txBody>
                  <a:tcPr/>
                </a:tc>
                <a:extLst>
                  <a:ext uri="{0D108BD9-81ED-4DB2-BD59-A6C34878D82A}">
                    <a16:rowId xmlns:a16="http://schemas.microsoft.com/office/drawing/2014/main" val="1027562049"/>
                  </a:ext>
                </a:extLst>
              </a:tr>
              <a:tr h="352523">
                <a:tc>
                  <a:txBody>
                    <a:bodyPr/>
                    <a:lstStyle/>
                    <a:p>
                      <a:pPr algn="ctr" rtl="1"/>
                      <a:r>
                        <a:rPr lang="en-US" sz="1200" dirty="0"/>
                        <a:t>10</a:t>
                      </a:r>
                      <a:endParaRPr lang="ar-SA" sz="1200" dirty="0"/>
                    </a:p>
                  </a:txBody>
                  <a:tcPr/>
                </a:tc>
                <a:tc>
                  <a:txBody>
                    <a:bodyPr/>
                    <a:lstStyle/>
                    <a:p>
                      <a:pPr rtl="1"/>
                      <a:endParaRPr lang="en-US" sz="1200" dirty="0"/>
                    </a:p>
                    <a:p>
                      <a:pPr rtl="1"/>
                      <a:endParaRPr lang="en-US" sz="1200" dirty="0"/>
                    </a:p>
                    <a:p>
                      <a:pPr rtl="1"/>
                      <a:endParaRPr lang="ar-SA" sz="1200" dirty="0"/>
                    </a:p>
                  </a:txBody>
                  <a:tcPr/>
                </a:tc>
                <a:tc>
                  <a:txBody>
                    <a:bodyPr/>
                    <a:lstStyle/>
                    <a:p>
                      <a:pPr algn="ctr" rtl="1">
                        <a:lnSpc>
                          <a:spcPct val="115000"/>
                        </a:lnSpc>
                        <a:spcAft>
                          <a:spcPts val="1000"/>
                        </a:spcAft>
                      </a:pPr>
                      <a:r>
                        <a:rPr kumimoji="0" lang="en-US" sz="1200" b="0" i="0" u="none" strike="noStrike" kern="1200" cap="none" spc="0" normalizeH="0" baseline="0" noProof="0" dirty="0">
                          <a:ln>
                            <a:noFill/>
                          </a:ln>
                          <a:solidFill>
                            <a:srgbClr val="1D1D1D">
                              <a:lumMod val="95000"/>
                              <a:lumOff val="5000"/>
                            </a:srgbClr>
                          </a:solidFill>
                          <a:effectLst/>
                          <a:uLnTx/>
                          <a:uFillTx/>
                          <a:latin typeface="IBM Plex Mono Medium" panose="020B0609050203000203" pitchFamily="49" charset="0"/>
                          <a:ea typeface="+mn-ea"/>
                          <a:cs typeface="+mn-cs"/>
                          <a:sym typeface="Arial"/>
                        </a:rPr>
                        <a:t>[sort]</a:t>
                      </a:r>
                      <a:endParaRPr lang="en-US" sz="12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972194686"/>
                  </a:ext>
                </a:extLst>
              </a:tr>
              <a:tr h="471597">
                <a:tc>
                  <a:txBody>
                    <a:bodyPr/>
                    <a:lstStyle/>
                    <a:p>
                      <a:pPr algn="ctr" rtl="1"/>
                      <a:r>
                        <a:rPr lang="en-US" sz="1200" dirty="0"/>
                        <a:t>9</a:t>
                      </a:r>
                      <a:endParaRPr lang="ar-SA" sz="1200" dirty="0"/>
                    </a:p>
                  </a:txBody>
                  <a:tcPr/>
                </a:tc>
                <a:tc>
                  <a:txBody>
                    <a:bodyPr/>
                    <a:lstStyle/>
                    <a:p>
                      <a:pPr rtl="1"/>
                      <a:endParaRPr lang="en-US" sz="1200" dirty="0"/>
                    </a:p>
                    <a:p>
                      <a:pPr rtl="1"/>
                      <a:endParaRPr lang="ar-SA" sz="1200" dirty="0"/>
                    </a:p>
                  </a:txBody>
                  <a:tcPr/>
                </a:tc>
                <a:tc>
                  <a:txBody>
                    <a:bodyPr/>
                    <a:lstStyle/>
                    <a:p>
                      <a:pPr marL="0" marR="0" lvl="0" indent="0" algn="ctr" defTabSz="914400" rtl="1" eaLnBrk="1" fontAlgn="auto" latinLnBrk="0" hangingPunct="1">
                        <a:lnSpc>
                          <a:spcPct val="115000"/>
                        </a:lnSpc>
                        <a:spcBef>
                          <a:spcPts val="0"/>
                        </a:spcBef>
                        <a:spcAft>
                          <a:spcPts val="1000"/>
                        </a:spcAft>
                        <a:buClr>
                          <a:srgbClr val="000000"/>
                        </a:buClr>
                        <a:buSzTx/>
                        <a:buFont typeface="Arial"/>
                        <a:buNone/>
                        <a:tabLst/>
                        <a:defRPr/>
                      </a:pPr>
                      <a:r>
                        <a:rPr kumimoji="0" lang="en-US" sz="1200" b="0" i="0" u="none" strike="noStrike" kern="1200" cap="none" spc="0" normalizeH="0" baseline="0" noProof="0" dirty="0">
                          <a:ln>
                            <a:noFill/>
                          </a:ln>
                          <a:solidFill>
                            <a:srgbClr val="1D1D1D">
                              <a:lumMod val="95000"/>
                              <a:lumOff val="5000"/>
                            </a:srgbClr>
                          </a:solidFill>
                          <a:effectLst/>
                          <a:uLnTx/>
                          <a:uFillTx/>
                          <a:latin typeface="IBM Plex Mono Medium" panose="020B0609050203000203" pitchFamily="49" charset="0"/>
                          <a:ea typeface="+mn-ea"/>
                          <a:cs typeface="+mn-cs"/>
                          <a:sym typeface="Arial"/>
                        </a:rPr>
                        <a:t>[sort+2]</a:t>
                      </a:r>
                      <a:endParaRPr kumimoji="0" lang="en-US" sz="1200" b="0" i="0" u="none" strike="noStrike" kern="0" cap="none" spc="0" normalizeH="0" baseline="0" noProof="0" dirty="0">
                        <a:ln>
                          <a:noFill/>
                        </a:ln>
                        <a:solidFill>
                          <a:srgbClr val="1D1D1D"/>
                        </a:solidFill>
                        <a:effectLst/>
                        <a:uLnTx/>
                        <a:uFillTx/>
                        <a:latin typeface="Calibri" panose="020F0502020204030204" pitchFamily="34" charset="0"/>
                        <a:ea typeface="Calibri" panose="020F0502020204030204" pitchFamily="34" charset="0"/>
                        <a:cs typeface="Arial" panose="020B0604020202020204" pitchFamily="34" charset="0"/>
                        <a:sym typeface="Arial"/>
                      </a:endParaRPr>
                    </a:p>
                    <a:p>
                      <a:pPr rtl="1"/>
                      <a:endParaRPr lang="ar-SA" sz="1200" dirty="0"/>
                    </a:p>
                  </a:txBody>
                  <a:tcPr/>
                </a:tc>
                <a:extLst>
                  <a:ext uri="{0D108BD9-81ED-4DB2-BD59-A6C34878D82A}">
                    <a16:rowId xmlns:a16="http://schemas.microsoft.com/office/drawing/2014/main" val="654820421"/>
                  </a:ext>
                </a:extLst>
              </a:tr>
              <a:tr h="471597">
                <a:tc>
                  <a:txBody>
                    <a:bodyPr/>
                    <a:lstStyle/>
                    <a:p>
                      <a:pPr algn="ctr" rtl="1"/>
                      <a:r>
                        <a:rPr lang="en-US" sz="1200" dirty="0"/>
                        <a:t>8</a:t>
                      </a:r>
                      <a:endParaRPr lang="ar-SA" sz="1200" dirty="0"/>
                    </a:p>
                  </a:txBody>
                  <a:tcPr/>
                </a:tc>
                <a:tc>
                  <a:txBody>
                    <a:bodyPr/>
                    <a:lstStyle/>
                    <a:p>
                      <a:pPr rtl="1"/>
                      <a:endParaRPr lang="ar-SA" sz="1200" dirty="0"/>
                    </a:p>
                  </a:txBody>
                  <a:tcPr/>
                </a:tc>
                <a:tc>
                  <a:txBody>
                    <a:bodyPr/>
                    <a:lstStyle/>
                    <a:p>
                      <a:pPr marL="0" marR="0" lvl="0" indent="0" algn="ctr" defTabSz="914400" rtl="1" eaLnBrk="1" fontAlgn="auto" latinLnBrk="0" hangingPunct="1">
                        <a:lnSpc>
                          <a:spcPct val="115000"/>
                        </a:lnSpc>
                        <a:spcBef>
                          <a:spcPts val="0"/>
                        </a:spcBef>
                        <a:spcAft>
                          <a:spcPts val="1000"/>
                        </a:spcAft>
                        <a:buClr>
                          <a:srgbClr val="000000"/>
                        </a:buClr>
                        <a:buSzTx/>
                        <a:buFont typeface="Arial"/>
                        <a:buNone/>
                        <a:tabLst/>
                        <a:defRPr/>
                      </a:pPr>
                      <a:r>
                        <a:rPr kumimoji="0" lang="en-US" sz="1200" b="0" i="0" u="none" strike="noStrike" kern="1200" cap="none" spc="0" normalizeH="0" baseline="0" noProof="0" dirty="0">
                          <a:ln>
                            <a:noFill/>
                          </a:ln>
                          <a:solidFill>
                            <a:srgbClr val="1D1D1D">
                              <a:lumMod val="95000"/>
                              <a:lumOff val="5000"/>
                            </a:srgbClr>
                          </a:solidFill>
                          <a:effectLst/>
                          <a:uLnTx/>
                          <a:uFillTx/>
                          <a:latin typeface="IBM Plex Mono Medium" panose="020B0609050203000203" pitchFamily="49" charset="0"/>
                          <a:ea typeface="+mn-ea"/>
                          <a:cs typeface="+mn-cs"/>
                          <a:sym typeface="Arial"/>
                        </a:rPr>
                        <a:t>[sort+4]</a:t>
                      </a:r>
                      <a:endParaRPr kumimoji="0" lang="en-US" sz="1200" b="0" i="0" u="none" strike="noStrike" kern="0" cap="none" spc="0" normalizeH="0" baseline="0" noProof="0" dirty="0">
                        <a:ln>
                          <a:noFill/>
                        </a:ln>
                        <a:solidFill>
                          <a:srgbClr val="1D1D1D"/>
                        </a:solidFill>
                        <a:effectLst/>
                        <a:uLnTx/>
                        <a:uFillTx/>
                        <a:latin typeface="Calibri" panose="020F0502020204030204" pitchFamily="34" charset="0"/>
                        <a:ea typeface="Calibri" panose="020F0502020204030204" pitchFamily="34" charset="0"/>
                        <a:cs typeface="Arial" panose="020B0604020202020204" pitchFamily="34" charset="0"/>
                        <a:sym typeface="Arial"/>
                      </a:endParaRPr>
                    </a:p>
                    <a:p>
                      <a:pPr rtl="1"/>
                      <a:endParaRPr lang="ar-SA" sz="1200" dirty="0"/>
                    </a:p>
                  </a:txBody>
                  <a:tcPr/>
                </a:tc>
                <a:extLst>
                  <a:ext uri="{0D108BD9-81ED-4DB2-BD59-A6C34878D82A}">
                    <a16:rowId xmlns:a16="http://schemas.microsoft.com/office/drawing/2014/main" val="48491440"/>
                  </a:ext>
                </a:extLst>
              </a:tr>
              <a:tr h="471597">
                <a:tc>
                  <a:txBody>
                    <a:bodyPr/>
                    <a:lstStyle/>
                    <a:p>
                      <a:pPr algn="ctr" rtl="1"/>
                      <a:r>
                        <a:rPr lang="en-US" sz="1200" dirty="0"/>
                        <a:t>7</a:t>
                      </a:r>
                      <a:endParaRPr lang="ar-SA" sz="1200" dirty="0"/>
                    </a:p>
                  </a:txBody>
                  <a:tcPr/>
                </a:tc>
                <a:tc>
                  <a:txBody>
                    <a:bodyPr/>
                    <a:lstStyle/>
                    <a:p>
                      <a:pPr rtl="1"/>
                      <a:endParaRPr lang="ar-SA" sz="1200" dirty="0"/>
                    </a:p>
                  </a:txBody>
                  <a:tcPr/>
                </a:tc>
                <a:tc>
                  <a:txBody>
                    <a:bodyPr/>
                    <a:lstStyle/>
                    <a:p>
                      <a:pPr marL="0" marR="0" lvl="0" indent="0" algn="ctr" defTabSz="914400" rtl="1" eaLnBrk="1" fontAlgn="auto" latinLnBrk="0" hangingPunct="1">
                        <a:lnSpc>
                          <a:spcPct val="115000"/>
                        </a:lnSpc>
                        <a:spcBef>
                          <a:spcPts val="0"/>
                        </a:spcBef>
                        <a:spcAft>
                          <a:spcPts val="1000"/>
                        </a:spcAft>
                        <a:buClr>
                          <a:srgbClr val="000000"/>
                        </a:buClr>
                        <a:buSzTx/>
                        <a:buFont typeface="Arial"/>
                        <a:buNone/>
                        <a:tabLst/>
                        <a:defRPr/>
                      </a:pPr>
                      <a:r>
                        <a:rPr kumimoji="0" lang="en-US" sz="1200" b="0" i="0" u="none" strike="noStrike" kern="1200" cap="none" spc="0" normalizeH="0" baseline="0" noProof="0" dirty="0">
                          <a:ln>
                            <a:noFill/>
                          </a:ln>
                          <a:solidFill>
                            <a:srgbClr val="1D1D1D">
                              <a:lumMod val="95000"/>
                              <a:lumOff val="5000"/>
                            </a:srgbClr>
                          </a:solidFill>
                          <a:effectLst/>
                          <a:uLnTx/>
                          <a:uFillTx/>
                          <a:latin typeface="IBM Plex Mono Medium" panose="020B0609050203000203" pitchFamily="49" charset="0"/>
                          <a:ea typeface="+mn-ea"/>
                          <a:cs typeface="+mn-cs"/>
                          <a:sym typeface="Arial"/>
                        </a:rPr>
                        <a:t>[sort+6]</a:t>
                      </a:r>
                      <a:endParaRPr kumimoji="0" lang="en-US" sz="1200" b="0" i="0" u="none" strike="noStrike" kern="0" cap="none" spc="0" normalizeH="0" baseline="0" noProof="0" dirty="0">
                        <a:ln>
                          <a:noFill/>
                        </a:ln>
                        <a:solidFill>
                          <a:srgbClr val="1D1D1D"/>
                        </a:solidFill>
                        <a:effectLst/>
                        <a:uLnTx/>
                        <a:uFillTx/>
                        <a:latin typeface="Calibri" panose="020F0502020204030204" pitchFamily="34" charset="0"/>
                        <a:ea typeface="Calibri" panose="020F0502020204030204" pitchFamily="34" charset="0"/>
                        <a:cs typeface="Arial" panose="020B0604020202020204" pitchFamily="34" charset="0"/>
                        <a:sym typeface="Arial"/>
                      </a:endParaRPr>
                    </a:p>
                    <a:p>
                      <a:pPr rtl="1"/>
                      <a:endParaRPr lang="ar-SA" sz="1200" dirty="0"/>
                    </a:p>
                  </a:txBody>
                  <a:tcPr/>
                </a:tc>
                <a:extLst>
                  <a:ext uri="{0D108BD9-81ED-4DB2-BD59-A6C34878D82A}">
                    <a16:rowId xmlns:a16="http://schemas.microsoft.com/office/drawing/2014/main" val="2909928586"/>
                  </a:ext>
                </a:extLst>
              </a:tr>
              <a:tr h="471597">
                <a:tc>
                  <a:txBody>
                    <a:bodyPr/>
                    <a:lstStyle/>
                    <a:p>
                      <a:pPr algn="ctr" rtl="1"/>
                      <a:r>
                        <a:rPr lang="en-US" sz="1200" dirty="0"/>
                        <a:t>6</a:t>
                      </a:r>
                      <a:endParaRPr lang="ar-SA" sz="1200" dirty="0"/>
                    </a:p>
                  </a:txBody>
                  <a:tcPr/>
                </a:tc>
                <a:tc>
                  <a:txBody>
                    <a:bodyPr/>
                    <a:lstStyle/>
                    <a:p>
                      <a:pPr rtl="1"/>
                      <a:endParaRPr lang="ar-SA" sz="1200" dirty="0"/>
                    </a:p>
                  </a:txBody>
                  <a:tcPr/>
                </a:tc>
                <a:tc>
                  <a:txBody>
                    <a:bodyPr/>
                    <a:lstStyle/>
                    <a:p>
                      <a:pPr marL="0" marR="0" lvl="0" indent="0" algn="ctr" defTabSz="914400" rtl="1" eaLnBrk="1" fontAlgn="auto" latinLnBrk="0" hangingPunct="1">
                        <a:lnSpc>
                          <a:spcPct val="115000"/>
                        </a:lnSpc>
                        <a:spcBef>
                          <a:spcPts val="0"/>
                        </a:spcBef>
                        <a:spcAft>
                          <a:spcPts val="1000"/>
                        </a:spcAft>
                        <a:buClr>
                          <a:srgbClr val="000000"/>
                        </a:buClr>
                        <a:buSzTx/>
                        <a:buFont typeface="Arial"/>
                        <a:buNone/>
                        <a:tabLst/>
                        <a:defRPr/>
                      </a:pPr>
                      <a:r>
                        <a:rPr kumimoji="0" lang="en-US" sz="1200" b="0" i="0" u="none" strike="noStrike" kern="1200" cap="none" spc="0" normalizeH="0" baseline="0" noProof="0" dirty="0">
                          <a:ln>
                            <a:noFill/>
                          </a:ln>
                          <a:solidFill>
                            <a:srgbClr val="1D1D1D">
                              <a:lumMod val="95000"/>
                              <a:lumOff val="5000"/>
                            </a:srgbClr>
                          </a:solidFill>
                          <a:effectLst/>
                          <a:uLnTx/>
                          <a:uFillTx/>
                          <a:latin typeface="IBM Plex Mono Medium" panose="020B0609050203000203" pitchFamily="49" charset="0"/>
                          <a:ea typeface="+mn-ea"/>
                          <a:cs typeface="+mn-cs"/>
                          <a:sym typeface="Arial"/>
                        </a:rPr>
                        <a:t>[sort+8]</a:t>
                      </a:r>
                      <a:endParaRPr kumimoji="0" lang="en-US" sz="1200" b="0" i="0" u="none" strike="noStrike" kern="0" cap="none" spc="0" normalizeH="0" baseline="0" noProof="0" dirty="0">
                        <a:ln>
                          <a:noFill/>
                        </a:ln>
                        <a:solidFill>
                          <a:srgbClr val="1D1D1D"/>
                        </a:solidFill>
                        <a:effectLst/>
                        <a:uLnTx/>
                        <a:uFillTx/>
                        <a:latin typeface="Calibri" panose="020F0502020204030204" pitchFamily="34" charset="0"/>
                        <a:ea typeface="Calibri" panose="020F0502020204030204" pitchFamily="34" charset="0"/>
                        <a:cs typeface="Arial" panose="020B0604020202020204" pitchFamily="34" charset="0"/>
                        <a:sym typeface="Arial"/>
                      </a:endParaRPr>
                    </a:p>
                    <a:p>
                      <a:pPr rtl="1"/>
                      <a:endParaRPr lang="ar-SA" sz="1200" dirty="0"/>
                    </a:p>
                  </a:txBody>
                  <a:tcPr/>
                </a:tc>
                <a:extLst>
                  <a:ext uri="{0D108BD9-81ED-4DB2-BD59-A6C34878D82A}">
                    <a16:rowId xmlns:a16="http://schemas.microsoft.com/office/drawing/2014/main" val="462468653"/>
                  </a:ext>
                </a:extLst>
              </a:tr>
            </a:tbl>
          </a:graphicData>
        </a:graphic>
      </p:graphicFrame>
      <p:pic>
        <p:nvPicPr>
          <p:cNvPr id="3" name="Picture 2">
            <a:extLst>
              <a:ext uri="{FF2B5EF4-FFF2-40B4-BE49-F238E27FC236}">
                <a16:creationId xmlns:a16="http://schemas.microsoft.com/office/drawing/2014/main" id="{63E8ABF1-31BF-5E32-65C0-A98004E6E632}"/>
              </a:ext>
            </a:extLst>
          </p:cNvPr>
          <p:cNvPicPr>
            <a:picLocks noChangeAspect="1"/>
          </p:cNvPicPr>
          <p:nvPr/>
        </p:nvPicPr>
        <p:blipFill rotWithShape="1">
          <a:blip r:embed="rId3"/>
          <a:srcRect l="1168" r="3448"/>
          <a:stretch/>
        </p:blipFill>
        <p:spPr bwMode="auto">
          <a:xfrm>
            <a:off x="4114573" y="2018744"/>
            <a:ext cx="1071245" cy="370840"/>
          </a:xfrm>
          <a:prstGeom prst="rect">
            <a:avLst/>
          </a:prstGeom>
          <a:ln>
            <a:noFill/>
          </a:ln>
          <a:extLst>
            <a:ext uri="{53640926-AAD7-44D8-BBD7-CCE9431645EC}">
              <a14:shadowObscured xmlns:a14="http://schemas.microsoft.com/office/drawing/2010/main"/>
            </a:ext>
          </a:extLst>
        </p:spPr>
      </p:pic>
      <p:pic>
        <p:nvPicPr>
          <p:cNvPr id="4" name="Picture 3">
            <a:extLst>
              <a:ext uri="{FF2B5EF4-FFF2-40B4-BE49-F238E27FC236}">
                <a16:creationId xmlns:a16="http://schemas.microsoft.com/office/drawing/2014/main" id="{67EBB5D9-012B-0B40-DEC3-4988044CF8D5}"/>
              </a:ext>
            </a:extLst>
          </p:cNvPr>
          <p:cNvPicPr>
            <a:picLocks noChangeAspect="1"/>
          </p:cNvPicPr>
          <p:nvPr/>
        </p:nvPicPr>
        <p:blipFill rotWithShape="1">
          <a:blip r:embed="rId4"/>
          <a:srcRect t="5774"/>
          <a:stretch/>
        </p:blipFill>
        <p:spPr bwMode="auto">
          <a:xfrm>
            <a:off x="4116760" y="2654058"/>
            <a:ext cx="1076325" cy="385445"/>
          </a:xfrm>
          <a:prstGeom prst="rect">
            <a:avLst/>
          </a:prstGeom>
          <a:ln>
            <a:noFill/>
          </a:ln>
          <a:extLst>
            <a:ext uri="{53640926-AAD7-44D8-BBD7-CCE9431645EC}">
              <a14:shadowObscured xmlns:a14="http://schemas.microsoft.com/office/drawing/2010/main"/>
            </a:ext>
          </a:extLst>
        </p:spPr>
      </p:pic>
      <p:pic>
        <p:nvPicPr>
          <p:cNvPr id="5" name="Picture 4">
            <a:extLst>
              <a:ext uri="{FF2B5EF4-FFF2-40B4-BE49-F238E27FC236}">
                <a16:creationId xmlns:a16="http://schemas.microsoft.com/office/drawing/2014/main" id="{F1707F62-98E4-FEE8-E2D6-B0CF8F85E4F7}"/>
              </a:ext>
            </a:extLst>
          </p:cNvPr>
          <p:cNvPicPr>
            <a:picLocks noChangeAspect="1"/>
          </p:cNvPicPr>
          <p:nvPr/>
        </p:nvPicPr>
        <p:blipFill rotWithShape="1">
          <a:blip r:embed="rId5"/>
          <a:srcRect l="2052" r="4930"/>
          <a:stretch/>
        </p:blipFill>
        <p:spPr bwMode="auto">
          <a:xfrm>
            <a:off x="4121840" y="3283916"/>
            <a:ext cx="1071245" cy="389890"/>
          </a:xfrm>
          <a:prstGeom prst="rect">
            <a:avLst/>
          </a:prstGeom>
          <a:ln>
            <a:noFill/>
          </a:ln>
          <a:extLst>
            <a:ext uri="{53640926-AAD7-44D8-BBD7-CCE9431645EC}">
              <a14:shadowObscured xmlns:a14="http://schemas.microsoft.com/office/drawing/2010/main"/>
            </a:ext>
          </a:extLst>
        </p:spPr>
      </p:pic>
      <p:pic>
        <p:nvPicPr>
          <p:cNvPr id="6" name="Picture 5">
            <a:extLst>
              <a:ext uri="{FF2B5EF4-FFF2-40B4-BE49-F238E27FC236}">
                <a16:creationId xmlns:a16="http://schemas.microsoft.com/office/drawing/2014/main" id="{02908555-1ADF-1895-494E-2E4E587BC9A2}"/>
              </a:ext>
            </a:extLst>
          </p:cNvPr>
          <p:cNvPicPr>
            <a:picLocks noChangeAspect="1"/>
          </p:cNvPicPr>
          <p:nvPr/>
        </p:nvPicPr>
        <p:blipFill rotWithShape="1">
          <a:blip r:embed="rId6"/>
          <a:srcRect l="2379" t="3851" r="2586"/>
          <a:stretch/>
        </p:blipFill>
        <p:spPr bwMode="auto">
          <a:xfrm>
            <a:off x="4151051" y="3882125"/>
            <a:ext cx="1049655" cy="393065"/>
          </a:xfrm>
          <a:prstGeom prst="rect">
            <a:avLst/>
          </a:prstGeom>
          <a:ln>
            <a:noFill/>
          </a:ln>
          <a:extLst>
            <a:ext uri="{53640926-AAD7-44D8-BBD7-CCE9431645EC}">
              <a14:shadowObscured xmlns:a14="http://schemas.microsoft.com/office/drawing/2010/main"/>
            </a:ext>
          </a:extLst>
        </p:spPr>
      </p:pic>
      <p:pic>
        <p:nvPicPr>
          <p:cNvPr id="7" name="Picture 6">
            <a:extLst>
              <a:ext uri="{FF2B5EF4-FFF2-40B4-BE49-F238E27FC236}">
                <a16:creationId xmlns:a16="http://schemas.microsoft.com/office/drawing/2014/main" id="{6A97851E-7AC8-E4EB-8E96-34AE13CD47D7}"/>
              </a:ext>
            </a:extLst>
          </p:cNvPr>
          <p:cNvPicPr>
            <a:picLocks noChangeAspect="1"/>
          </p:cNvPicPr>
          <p:nvPr/>
        </p:nvPicPr>
        <p:blipFill rotWithShape="1">
          <a:blip r:embed="rId7"/>
          <a:srcRect l="3168" t="6744" r="4352"/>
          <a:stretch/>
        </p:blipFill>
        <p:spPr bwMode="auto">
          <a:xfrm>
            <a:off x="4126921" y="4498703"/>
            <a:ext cx="1073785" cy="399415"/>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3481562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530">
          <a:extLst>
            <a:ext uri="{FF2B5EF4-FFF2-40B4-BE49-F238E27FC236}">
              <a16:creationId xmlns:a16="http://schemas.microsoft.com/office/drawing/2014/main" id="{9BDEF1CB-2588-E2BC-F687-666587C614A1}"/>
            </a:ext>
          </a:extLst>
        </p:cNvPr>
        <p:cNvGrpSpPr/>
        <p:nvPr/>
      </p:nvGrpSpPr>
      <p:grpSpPr>
        <a:xfrm>
          <a:off x="0" y="0"/>
          <a:ext cx="0" cy="0"/>
          <a:chOff x="0" y="0"/>
          <a:chExt cx="0" cy="0"/>
        </a:xfrm>
      </p:grpSpPr>
      <p:sp>
        <p:nvSpPr>
          <p:cNvPr id="1531" name="Google Shape;1531;p39">
            <a:extLst>
              <a:ext uri="{FF2B5EF4-FFF2-40B4-BE49-F238E27FC236}">
                <a16:creationId xmlns:a16="http://schemas.microsoft.com/office/drawing/2014/main" id="{0A01BE09-474F-311C-5999-084CAB616694}"/>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algn="ctr" rtl="0" fontAlgn="base"/>
            <a:r>
              <a:rPr lang="en-US" sz="2400" b="1" dirty="0">
                <a:solidFill>
                  <a:schemeClr val="dk2"/>
                </a:solidFill>
                <a:latin typeface="IBM Plex Mono"/>
                <a:sym typeface="IBM Plex Mono"/>
              </a:rPr>
              <a:t>Project Implementation with output screenshots </a:t>
            </a:r>
            <a:br>
              <a:rPr lang="en-US" sz="2400" b="1" dirty="0">
                <a:solidFill>
                  <a:schemeClr val="dk2"/>
                </a:solidFill>
                <a:latin typeface="IBM Plex Mono"/>
                <a:sym typeface="IBM Plex Mono"/>
              </a:rPr>
            </a:br>
            <a:br>
              <a:rPr lang="en-US" sz="2400" b="1" dirty="0">
                <a:solidFill>
                  <a:schemeClr val="dk2"/>
                </a:solidFill>
                <a:latin typeface="IBM Plex Mono"/>
                <a:sym typeface="IBM Plex Mono"/>
              </a:rPr>
            </a:br>
            <a:endParaRPr lang="en-US" sz="2400" b="1" i="0" dirty="0">
              <a:solidFill>
                <a:schemeClr val="tx1">
                  <a:lumMod val="90000"/>
                  <a:lumOff val="10000"/>
                </a:schemeClr>
              </a:solidFill>
              <a:effectLst/>
              <a:latin typeface="Segoe UI" panose="020B0502040204020203" pitchFamily="34" charset="0"/>
            </a:endParaRPr>
          </a:p>
        </p:txBody>
      </p:sp>
      <p:grpSp>
        <p:nvGrpSpPr>
          <p:cNvPr id="1534" name="Google Shape;1534;p39">
            <a:extLst>
              <a:ext uri="{FF2B5EF4-FFF2-40B4-BE49-F238E27FC236}">
                <a16:creationId xmlns:a16="http://schemas.microsoft.com/office/drawing/2014/main" id="{A3F39747-30C1-7C89-F87C-5F2C228BE669}"/>
              </a:ext>
            </a:extLst>
          </p:cNvPr>
          <p:cNvGrpSpPr/>
          <p:nvPr/>
        </p:nvGrpSpPr>
        <p:grpSpPr>
          <a:xfrm>
            <a:off x="-123925" y="4132283"/>
            <a:ext cx="4558967" cy="1141122"/>
            <a:chOff x="-123925" y="4132283"/>
            <a:chExt cx="4558967" cy="1141122"/>
          </a:xfrm>
        </p:grpSpPr>
        <p:grpSp>
          <p:nvGrpSpPr>
            <p:cNvPr id="1535" name="Google Shape;1535;p39">
              <a:extLst>
                <a:ext uri="{FF2B5EF4-FFF2-40B4-BE49-F238E27FC236}">
                  <a16:creationId xmlns:a16="http://schemas.microsoft.com/office/drawing/2014/main" id="{37EE717E-CC1C-9DF3-FBCB-CDDA78F80097}"/>
                </a:ext>
              </a:extLst>
            </p:cNvPr>
            <p:cNvGrpSpPr/>
            <p:nvPr/>
          </p:nvGrpSpPr>
          <p:grpSpPr>
            <a:xfrm>
              <a:off x="-2" y="4132283"/>
              <a:ext cx="2308406" cy="1141122"/>
              <a:chOff x="-2" y="4132283"/>
              <a:chExt cx="2308406" cy="1141122"/>
            </a:xfrm>
          </p:grpSpPr>
          <p:sp>
            <p:nvSpPr>
              <p:cNvPr id="1536" name="Google Shape;1536;p39">
                <a:extLst>
                  <a:ext uri="{FF2B5EF4-FFF2-40B4-BE49-F238E27FC236}">
                    <a16:creationId xmlns:a16="http://schemas.microsoft.com/office/drawing/2014/main" id="{F4AD2518-93CB-9D3A-EA79-FC5951DB55AF}"/>
                  </a:ext>
                </a:extLst>
              </p:cNvPr>
              <p:cNvSpPr/>
              <p:nvPr/>
            </p:nvSpPr>
            <p:spPr>
              <a:xfrm rot="5400000">
                <a:off x="663005" y="3628622"/>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1537;p39">
                <a:extLst>
                  <a:ext uri="{FF2B5EF4-FFF2-40B4-BE49-F238E27FC236}">
                    <a16:creationId xmlns:a16="http://schemas.microsoft.com/office/drawing/2014/main" id="{781202E8-4225-ED3E-09E9-891C9B28071F}"/>
                  </a:ext>
                </a:extLst>
              </p:cNvPr>
              <p:cNvSpPr/>
              <p:nvPr/>
            </p:nvSpPr>
            <p:spPr>
              <a:xfrm rot="5400000">
                <a:off x="663620" y="3469276"/>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8" name="Google Shape;1538;p39">
              <a:extLst>
                <a:ext uri="{FF2B5EF4-FFF2-40B4-BE49-F238E27FC236}">
                  <a16:creationId xmlns:a16="http://schemas.microsoft.com/office/drawing/2014/main" id="{2E317484-7DD2-E3A8-E96F-B5A2F21DA672}"/>
                </a:ext>
              </a:extLst>
            </p:cNvPr>
            <p:cNvGrpSpPr/>
            <p:nvPr/>
          </p:nvGrpSpPr>
          <p:grpSpPr>
            <a:xfrm>
              <a:off x="-123925" y="4386226"/>
              <a:ext cx="4558967" cy="134100"/>
              <a:chOff x="796100" y="3019701"/>
              <a:chExt cx="4558967" cy="134100"/>
            </a:xfrm>
          </p:grpSpPr>
          <p:sp>
            <p:nvSpPr>
              <p:cNvPr id="1539" name="Google Shape;1539;p39">
                <a:extLst>
                  <a:ext uri="{FF2B5EF4-FFF2-40B4-BE49-F238E27FC236}">
                    <a16:creationId xmlns:a16="http://schemas.microsoft.com/office/drawing/2014/main" id="{3FB71DFC-F14F-3688-A20B-ADE0FB362110}"/>
                  </a:ext>
                </a:extLst>
              </p:cNvPr>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540" name="Google Shape;1540;p39">
                <a:extLst>
                  <a:ext uri="{FF2B5EF4-FFF2-40B4-BE49-F238E27FC236}">
                    <a16:creationId xmlns:a16="http://schemas.microsoft.com/office/drawing/2014/main" id="{DA02A8FE-D505-32A5-2135-AC3CEAE4B68C}"/>
                  </a:ext>
                </a:extLst>
              </p:cNvPr>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541" name="Google Shape;1541;p39">
                <a:extLst>
                  <a:ext uri="{FF2B5EF4-FFF2-40B4-BE49-F238E27FC236}">
                    <a16:creationId xmlns:a16="http://schemas.microsoft.com/office/drawing/2014/main" id="{BAF054FC-FE46-12A7-7E8C-FFF3A085E31C}"/>
                  </a:ext>
                </a:extLst>
              </p:cNvPr>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aphicFrame>
        <p:nvGraphicFramePr>
          <p:cNvPr id="2" name="Table 1">
            <a:extLst>
              <a:ext uri="{FF2B5EF4-FFF2-40B4-BE49-F238E27FC236}">
                <a16:creationId xmlns:a16="http://schemas.microsoft.com/office/drawing/2014/main" id="{B0D2849C-CD82-6FC8-E255-C32C35D57CC4}"/>
              </a:ext>
            </a:extLst>
          </p:cNvPr>
          <p:cNvGraphicFramePr>
            <a:graphicFrameLocks noGrp="1"/>
          </p:cNvGraphicFramePr>
          <p:nvPr>
            <p:extLst>
              <p:ext uri="{D42A27DB-BD31-4B8C-83A1-F6EECF244321}">
                <p14:modId xmlns:p14="http://schemas.microsoft.com/office/powerpoint/2010/main" val="1430058620"/>
              </p:ext>
            </p:extLst>
          </p:nvPr>
        </p:nvGraphicFramePr>
        <p:xfrm>
          <a:off x="1817350" y="1368825"/>
          <a:ext cx="5665692" cy="3023616"/>
        </p:xfrm>
        <a:graphic>
          <a:graphicData uri="http://schemas.openxmlformats.org/drawingml/2006/table">
            <a:tbl>
              <a:tblPr rtl="1" firstRow="1" bandRow="1">
                <a:tableStyleId>{21E4AEA4-8DFA-4A89-87EB-49C32662AFE0}</a:tableStyleId>
              </a:tblPr>
              <a:tblGrid>
                <a:gridCol w="1888564">
                  <a:extLst>
                    <a:ext uri="{9D8B030D-6E8A-4147-A177-3AD203B41FA5}">
                      <a16:colId xmlns:a16="http://schemas.microsoft.com/office/drawing/2014/main" val="2530759511"/>
                    </a:ext>
                  </a:extLst>
                </a:gridCol>
                <a:gridCol w="1888564">
                  <a:extLst>
                    <a:ext uri="{9D8B030D-6E8A-4147-A177-3AD203B41FA5}">
                      <a16:colId xmlns:a16="http://schemas.microsoft.com/office/drawing/2014/main" val="4277969677"/>
                    </a:ext>
                  </a:extLst>
                </a:gridCol>
                <a:gridCol w="1888564">
                  <a:extLst>
                    <a:ext uri="{9D8B030D-6E8A-4147-A177-3AD203B41FA5}">
                      <a16:colId xmlns:a16="http://schemas.microsoft.com/office/drawing/2014/main" val="2533486590"/>
                    </a:ext>
                  </a:extLst>
                </a:gridCol>
              </a:tblGrid>
              <a:tr h="247195">
                <a:tc gridSpan="3">
                  <a:txBody>
                    <a:bodyPr/>
                    <a:lstStyle/>
                    <a:p>
                      <a:pPr algn="ctr" rtl="1"/>
                      <a:r>
                        <a:rPr lang="en-US" sz="1200" b="0" dirty="0">
                          <a:latin typeface="IBM Plex Mono Medium" panose="020B0609050203000203" pitchFamily="49" charset="0"/>
                        </a:rPr>
                        <a:t>sort</a:t>
                      </a:r>
                      <a:endParaRPr lang="ar-SA" sz="1200" b="0" i="0" u="none" strike="noStrike" kern="1200" cap="none" dirty="0">
                        <a:solidFill>
                          <a:schemeClr val="tx1">
                            <a:lumMod val="95000"/>
                            <a:lumOff val="5000"/>
                          </a:schemeClr>
                        </a:solidFill>
                        <a:latin typeface="IBM Plex Mono Medium" panose="020B0609050203000203" pitchFamily="49" charset="0"/>
                        <a:ea typeface="+mn-ea"/>
                        <a:cs typeface="+mn-cs"/>
                        <a:sym typeface="Arial"/>
                      </a:endParaRPr>
                    </a:p>
                  </a:txBody>
                  <a:tcPr/>
                </a:tc>
                <a:tc hMerge="1">
                  <a:txBody>
                    <a:bodyPr/>
                    <a:lstStyle/>
                    <a:p>
                      <a:pPr rtl="1"/>
                      <a:endParaRPr lang="ar-SA" dirty="0"/>
                    </a:p>
                  </a:txBody>
                  <a:tcPr/>
                </a:tc>
                <a:tc hMerge="1">
                  <a:txBody>
                    <a:bodyPr/>
                    <a:lstStyle/>
                    <a:p>
                      <a:pPr rtl="1"/>
                      <a:endParaRPr lang="ar-SA" dirty="0"/>
                    </a:p>
                  </a:txBody>
                  <a:tcPr/>
                </a:tc>
                <a:extLst>
                  <a:ext uri="{0D108BD9-81ED-4DB2-BD59-A6C34878D82A}">
                    <a16:rowId xmlns:a16="http://schemas.microsoft.com/office/drawing/2014/main" val="3862782652"/>
                  </a:ext>
                </a:extLst>
              </a:tr>
              <a:tr h="247195">
                <a:tc>
                  <a:txBody>
                    <a:bodyPr/>
                    <a:lstStyle/>
                    <a:p>
                      <a:pPr algn="ctr" rtl="1"/>
                      <a:r>
                        <a:rPr lang="en-US" sz="1200" b="0" i="0" u="none" strike="noStrike" kern="1200" cap="none" dirty="0">
                          <a:solidFill>
                            <a:schemeClr val="tx1">
                              <a:lumMod val="95000"/>
                              <a:lumOff val="5000"/>
                            </a:schemeClr>
                          </a:solidFill>
                          <a:latin typeface="IBM Plex Mono Medium" panose="020B0609050203000203" pitchFamily="49" charset="0"/>
                          <a:ea typeface="+mn-ea"/>
                          <a:cs typeface="+mn-cs"/>
                          <a:sym typeface="Arial"/>
                        </a:rPr>
                        <a:t>dec</a:t>
                      </a:r>
                      <a:endParaRPr lang="ar-SA" sz="1200" b="0" i="0" u="none" strike="noStrike" kern="1200" cap="none" dirty="0">
                        <a:solidFill>
                          <a:schemeClr val="tx1">
                            <a:lumMod val="95000"/>
                            <a:lumOff val="5000"/>
                          </a:schemeClr>
                        </a:solidFill>
                        <a:latin typeface="IBM Plex Mono Medium" panose="020B0609050203000203" pitchFamily="49" charset="0"/>
                        <a:ea typeface="+mn-ea"/>
                        <a:cs typeface="+mn-cs"/>
                        <a:sym typeface="Arial"/>
                      </a:endParaRPr>
                    </a:p>
                  </a:txBody>
                  <a:tcPr/>
                </a:tc>
                <a:tc>
                  <a:txBody>
                    <a:bodyPr/>
                    <a:lstStyle/>
                    <a:p>
                      <a:pPr algn="ctr" rtl="1"/>
                      <a:r>
                        <a:rPr lang="en-US" sz="1200" b="0" i="0" u="none" strike="noStrike" kern="1200" cap="none" dirty="0">
                          <a:solidFill>
                            <a:schemeClr val="tx1">
                              <a:lumMod val="95000"/>
                              <a:lumOff val="5000"/>
                            </a:schemeClr>
                          </a:solidFill>
                          <a:latin typeface="IBM Plex Mono Medium" panose="020B0609050203000203" pitchFamily="49" charset="0"/>
                          <a:ea typeface="+mn-ea"/>
                          <a:cs typeface="+mn-cs"/>
                          <a:sym typeface="Arial"/>
                        </a:rPr>
                        <a:t>hex</a:t>
                      </a:r>
                      <a:endParaRPr lang="ar-SA" sz="1200" b="0" i="0" u="none" strike="noStrike" kern="1200" cap="none" dirty="0">
                        <a:solidFill>
                          <a:schemeClr val="tx1">
                            <a:lumMod val="95000"/>
                            <a:lumOff val="5000"/>
                          </a:schemeClr>
                        </a:solidFill>
                        <a:latin typeface="IBM Plex Mono Medium" panose="020B0609050203000203" pitchFamily="49" charset="0"/>
                        <a:ea typeface="+mn-ea"/>
                        <a:cs typeface="+mn-cs"/>
                        <a:sym typeface="Arial"/>
                      </a:endParaRPr>
                    </a:p>
                  </a:txBody>
                  <a:tcPr/>
                </a:tc>
                <a:tc>
                  <a:txBody>
                    <a:bodyPr/>
                    <a:lstStyle/>
                    <a:p>
                      <a:pPr algn="ctr" rtl="1"/>
                      <a:endParaRPr lang="ar-SA" sz="1200" b="0" i="0" u="none" strike="noStrike" kern="1200" cap="none" dirty="0">
                        <a:solidFill>
                          <a:schemeClr val="tx1">
                            <a:lumMod val="95000"/>
                            <a:lumOff val="5000"/>
                          </a:schemeClr>
                        </a:solidFill>
                        <a:latin typeface="IBM Plex Mono Medium" panose="020B0609050203000203" pitchFamily="49" charset="0"/>
                        <a:ea typeface="+mn-ea"/>
                        <a:cs typeface="+mn-cs"/>
                        <a:sym typeface="Arial"/>
                      </a:endParaRPr>
                    </a:p>
                  </a:txBody>
                  <a:tcPr/>
                </a:tc>
                <a:extLst>
                  <a:ext uri="{0D108BD9-81ED-4DB2-BD59-A6C34878D82A}">
                    <a16:rowId xmlns:a16="http://schemas.microsoft.com/office/drawing/2014/main" val="1027562049"/>
                  </a:ext>
                </a:extLst>
              </a:tr>
              <a:tr h="352523">
                <a:tc>
                  <a:txBody>
                    <a:bodyPr/>
                    <a:lstStyle/>
                    <a:p>
                      <a:pPr algn="ctr" rtl="1"/>
                      <a:r>
                        <a:rPr lang="en-US" sz="1200" dirty="0"/>
                        <a:t>5</a:t>
                      </a:r>
                      <a:endParaRPr lang="ar-SA" sz="1200" dirty="0"/>
                    </a:p>
                  </a:txBody>
                  <a:tcPr/>
                </a:tc>
                <a:tc>
                  <a:txBody>
                    <a:bodyPr/>
                    <a:lstStyle/>
                    <a:p>
                      <a:pPr rtl="1"/>
                      <a:endParaRPr lang="en-US" sz="1200" dirty="0"/>
                    </a:p>
                    <a:p>
                      <a:pPr rtl="1"/>
                      <a:endParaRPr lang="en-US" sz="1200" dirty="0"/>
                    </a:p>
                    <a:p>
                      <a:pPr rtl="1"/>
                      <a:endParaRPr lang="ar-SA" sz="1200" dirty="0"/>
                    </a:p>
                  </a:txBody>
                  <a:tcPr/>
                </a:tc>
                <a:tc>
                  <a:txBody>
                    <a:bodyPr/>
                    <a:lstStyle/>
                    <a:p>
                      <a:pPr algn="ctr" rtl="1">
                        <a:lnSpc>
                          <a:spcPct val="115000"/>
                        </a:lnSpc>
                        <a:spcAft>
                          <a:spcPts val="1000"/>
                        </a:spcAft>
                      </a:pPr>
                      <a:r>
                        <a:rPr kumimoji="0" lang="en-US" sz="1200" b="0" i="0" u="none" strike="noStrike" kern="1200" cap="none" spc="0" normalizeH="0" baseline="0" noProof="0" dirty="0">
                          <a:ln>
                            <a:noFill/>
                          </a:ln>
                          <a:solidFill>
                            <a:srgbClr val="1D1D1D">
                              <a:lumMod val="95000"/>
                              <a:lumOff val="5000"/>
                            </a:srgbClr>
                          </a:solidFill>
                          <a:effectLst/>
                          <a:uLnTx/>
                          <a:uFillTx/>
                          <a:latin typeface="IBM Plex Mono Medium" panose="020B0609050203000203" pitchFamily="49" charset="0"/>
                          <a:ea typeface="+mn-ea"/>
                          <a:cs typeface="+mn-cs"/>
                          <a:sym typeface="Arial"/>
                        </a:rPr>
                        <a:t>[sort+10]</a:t>
                      </a:r>
                      <a:endParaRPr lang="en-US" sz="12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972194686"/>
                  </a:ext>
                </a:extLst>
              </a:tr>
              <a:tr h="471597">
                <a:tc>
                  <a:txBody>
                    <a:bodyPr/>
                    <a:lstStyle/>
                    <a:p>
                      <a:pPr algn="ctr" rtl="1"/>
                      <a:r>
                        <a:rPr lang="en-US" sz="1200" dirty="0"/>
                        <a:t>4</a:t>
                      </a:r>
                      <a:endParaRPr lang="ar-SA" sz="1200" dirty="0"/>
                    </a:p>
                  </a:txBody>
                  <a:tcPr/>
                </a:tc>
                <a:tc>
                  <a:txBody>
                    <a:bodyPr/>
                    <a:lstStyle/>
                    <a:p>
                      <a:pPr rtl="1"/>
                      <a:endParaRPr lang="en-US" sz="1200" dirty="0"/>
                    </a:p>
                    <a:p>
                      <a:pPr rtl="1"/>
                      <a:endParaRPr lang="ar-SA" sz="1200" dirty="0"/>
                    </a:p>
                  </a:txBody>
                  <a:tcPr/>
                </a:tc>
                <a:tc>
                  <a:txBody>
                    <a:bodyPr/>
                    <a:lstStyle/>
                    <a:p>
                      <a:pPr marL="0" marR="0" lvl="0" indent="0" algn="ctr" defTabSz="914400" rtl="1" eaLnBrk="1" fontAlgn="auto" latinLnBrk="0" hangingPunct="1">
                        <a:lnSpc>
                          <a:spcPct val="115000"/>
                        </a:lnSpc>
                        <a:spcBef>
                          <a:spcPts val="0"/>
                        </a:spcBef>
                        <a:spcAft>
                          <a:spcPts val="1000"/>
                        </a:spcAft>
                        <a:buClr>
                          <a:srgbClr val="000000"/>
                        </a:buClr>
                        <a:buSzTx/>
                        <a:buFont typeface="Arial"/>
                        <a:buNone/>
                        <a:tabLst/>
                        <a:defRPr/>
                      </a:pPr>
                      <a:r>
                        <a:rPr kumimoji="0" lang="en-US" sz="1200" b="0" i="0" u="none" strike="noStrike" kern="1200" cap="none" spc="0" normalizeH="0" baseline="0" noProof="0" dirty="0">
                          <a:ln>
                            <a:noFill/>
                          </a:ln>
                          <a:solidFill>
                            <a:srgbClr val="1D1D1D">
                              <a:lumMod val="95000"/>
                              <a:lumOff val="5000"/>
                            </a:srgbClr>
                          </a:solidFill>
                          <a:effectLst/>
                          <a:uLnTx/>
                          <a:uFillTx/>
                          <a:latin typeface="IBM Plex Mono Medium" panose="020B0609050203000203" pitchFamily="49" charset="0"/>
                          <a:ea typeface="+mn-ea"/>
                          <a:cs typeface="+mn-cs"/>
                          <a:sym typeface="Arial"/>
                        </a:rPr>
                        <a:t>[sort+12]</a:t>
                      </a:r>
                      <a:endParaRPr kumimoji="0" lang="en-US" sz="1200" b="0" i="0" u="none" strike="noStrike" kern="0" cap="none" spc="0" normalizeH="0" baseline="0" noProof="0" dirty="0">
                        <a:ln>
                          <a:noFill/>
                        </a:ln>
                        <a:solidFill>
                          <a:srgbClr val="1D1D1D"/>
                        </a:solidFill>
                        <a:effectLst/>
                        <a:uLnTx/>
                        <a:uFillTx/>
                        <a:latin typeface="Calibri" panose="020F0502020204030204" pitchFamily="34" charset="0"/>
                        <a:ea typeface="Calibri" panose="020F0502020204030204" pitchFamily="34" charset="0"/>
                        <a:cs typeface="Arial" panose="020B0604020202020204" pitchFamily="34" charset="0"/>
                        <a:sym typeface="Arial"/>
                      </a:endParaRPr>
                    </a:p>
                    <a:p>
                      <a:pPr rtl="1"/>
                      <a:endParaRPr lang="ar-SA" sz="1200" dirty="0"/>
                    </a:p>
                  </a:txBody>
                  <a:tcPr/>
                </a:tc>
                <a:extLst>
                  <a:ext uri="{0D108BD9-81ED-4DB2-BD59-A6C34878D82A}">
                    <a16:rowId xmlns:a16="http://schemas.microsoft.com/office/drawing/2014/main" val="654820421"/>
                  </a:ext>
                </a:extLst>
              </a:tr>
              <a:tr h="471597">
                <a:tc>
                  <a:txBody>
                    <a:bodyPr/>
                    <a:lstStyle/>
                    <a:p>
                      <a:pPr algn="ctr" rtl="1"/>
                      <a:r>
                        <a:rPr lang="en-US" sz="1200" dirty="0"/>
                        <a:t>3</a:t>
                      </a:r>
                      <a:endParaRPr lang="ar-SA" sz="1200" dirty="0"/>
                    </a:p>
                  </a:txBody>
                  <a:tcPr/>
                </a:tc>
                <a:tc>
                  <a:txBody>
                    <a:bodyPr/>
                    <a:lstStyle/>
                    <a:p>
                      <a:pPr rtl="1"/>
                      <a:endParaRPr lang="ar-SA" sz="1200" dirty="0"/>
                    </a:p>
                  </a:txBody>
                  <a:tcPr/>
                </a:tc>
                <a:tc>
                  <a:txBody>
                    <a:bodyPr/>
                    <a:lstStyle/>
                    <a:p>
                      <a:pPr marL="0" marR="0" lvl="0" indent="0" algn="ctr" defTabSz="914400" rtl="1" eaLnBrk="1" fontAlgn="auto" latinLnBrk="0" hangingPunct="1">
                        <a:lnSpc>
                          <a:spcPct val="115000"/>
                        </a:lnSpc>
                        <a:spcBef>
                          <a:spcPts val="0"/>
                        </a:spcBef>
                        <a:spcAft>
                          <a:spcPts val="1000"/>
                        </a:spcAft>
                        <a:buClr>
                          <a:srgbClr val="000000"/>
                        </a:buClr>
                        <a:buSzTx/>
                        <a:buFont typeface="Arial"/>
                        <a:buNone/>
                        <a:tabLst/>
                        <a:defRPr/>
                      </a:pPr>
                      <a:r>
                        <a:rPr kumimoji="0" lang="en-US" sz="1200" b="0" i="0" u="none" strike="noStrike" kern="1200" cap="none" spc="0" normalizeH="0" baseline="0" noProof="0" dirty="0">
                          <a:ln>
                            <a:noFill/>
                          </a:ln>
                          <a:solidFill>
                            <a:srgbClr val="1D1D1D">
                              <a:lumMod val="95000"/>
                              <a:lumOff val="5000"/>
                            </a:srgbClr>
                          </a:solidFill>
                          <a:effectLst/>
                          <a:uLnTx/>
                          <a:uFillTx/>
                          <a:latin typeface="IBM Plex Mono Medium" panose="020B0609050203000203" pitchFamily="49" charset="0"/>
                          <a:ea typeface="+mn-ea"/>
                          <a:cs typeface="+mn-cs"/>
                          <a:sym typeface="Arial"/>
                        </a:rPr>
                        <a:t>[sort+14]</a:t>
                      </a:r>
                      <a:endParaRPr kumimoji="0" lang="en-US" sz="1200" b="0" i="0" u="none" strike="noStrike" kern="0" cap="none" spc="0" normalizeH="0" baseline="0" noProof="0" dirty="0">
                        <a:ln>
                          <a:noFill/>
                        </a:ln>
                        <a:solidFill>
                          <a:srgbClr val="1D1D1D"/>
                        </a:solidFill>
                        <a:effectLst/>
                        <a:uLnTx/>
                        <a:uFillTx/>
                        <a:latin typeface="Calibri" panose="020F0502020204030204" pitchFamily="34" charset="0"/>
                        <a:ea typeface="Calibri" panose="020F0502020204030204" pitchFamily="34" charset="0"/>
                        <a:cs typeface="Arial" panose="020B0604020202020204" pitchFamily="34" charset="0"/>
                        <a:sym typeface="Arial"/>
                      </a:endParaRPr>
                    </a:p>
                    <a:p>
                      <a:pPr rtl="1"/>
                      <a:endParaRPr lang="ar-SA" sz="1200" dirty="0"/>
                    </a:p>
                  </a:txBody>
                  <a:tcPr/>
                </a:tc>
                <a:extLst>
                  <a:ext uri="{0D108BD9-81ED-4DB2-BD59-A6C34878D82A}">
                    <a16:rowId xmlns:a16="http://schemas.microsoft.com/office/drawing/2014/main" val="48491440"/>
                  </a:ext>
                </a:extLst>
              </a:tr>
              <a:tr h="471597">
                <a:tc>
                  <a:txBody>
                    <a:bodyPr/>
                    <a:lstStyle/>
                    <a:p>
                      <a:pPr algn="ctr" rtl="1"/>
                      <a:r>
                        <a:rPr lang="en-US" sz="1200" dirty="0"/>
                        <a:t>2</a:t>
                      </a:r>
                      <a:endParaRPr lang="ar-SA" sz="1200" dirty="0"/>
                    </a:p>
                  </a:txBody>
                  <a:tcPr/>
                </a:tc>
                <a:tc>
                  <a:txBody>
                    <a:bodyPr/>
                    <a:lstStyle/>
                    <a:p>
                      <a:pPr rtl="1"/>
                      <a:endParaRPr lang="ar-SA" sz="1200" dirty="0"/>
                    </a:p>
                  </a:txBody>
                  <a:tcPr/>
                </a:tc>
                <a:tc>
                  <a:txBody>
                    <a:bodyPr/>
                    <a:lstStyle/>
                    <a:p>
                      <a:pPr marL="0" marR="0" lvl="0" indent="0" algn="ctr" defTabSz="914400" rtl="1" eaLnBrk="1" fontAlgn="auto" latinLnBrk="0" hangingPunct="1">
                        <a:lnSpc>
                          <a:spcPct val="115000"/>
                        </a:lnSpc>
                        <a:spcBef>
                          <a:spcPts val="0"/>
                        </a:spcBef>
                        <a:spcAft>
                          <a:spcPts val="1000"/>
                        </a:spcAft>
                        <a:buClr>
                          <a:srgbClr val="000000"/>
                        </a:buClr>
                        <a:buSzTx/>
                        <a:buFont typeface="Arial"/>
                        <a:buNone/>
                        <a:tabLst/>
                        <a:defRPr/>
                      </a:pPr>
                      <a:r>
                        <a:rPr kumimoji="0" lang="en-US" sz="1200" b="0" i="0" u="none" strike="noStrike" kern="1200" cap="none" spc="0" normalizeH="0" baseline="0" noProof="0" dirty="0">
                          <a:ln>
                            <a:noFill/>
                          </a:ln>
                          <a:solidFill>
                            <a:srgbClr val="1D1D1D">
                              <a:lumMod val="95000"/>
                              <a:lumOff val="5000"/>
                            </a:srgbClr>
                          </a:solidFill>
                          <a:effectLst/>
                          <a:uLnTx/>
                          <a:uFillTx/>
                          <a:latin typeface="IBM Plex Mono Medium" panose="020B0609050203000203" pitchFamily="49" charset="0"/>
                          <a:ea typeface="+mn-ea"/>
                          <a:cs typeface="+mn-cs"/>
                          <a:sym typeface="Arial"/>
                        </a:rPr>
                        <a:t>[sort+16]</a:t>
                      </a:r>
                      <a:endParaRPr kumimoji="0" lang="en-US" sz="1200" b="0" i="0" u="none" strike="noStrike" kern="0" cap="none" spc="0" normalizeH="0" baseline="0" noProof="0" dirty="0">
                        <a:ln>
                          <a:noFill/>
                        </a:ln>
                        <a:solidFill>
                          <a:srgbClr val="1D1D1D"/>
                        </a:solidFill>
                        <a:effectLst/>
                        <a:uLnTx/>
                        <a:uFillTx/>
                        <a:latin typeface="Calibri" panose="020F0502020204030204" pitchFamily="34" charset="0"/>
                        <a:ea typeface="Calibri" panose="020F0502020204030204" pitchFamily="34" charset="0"/>
                        <a:cs typeface="Arial" panose="020B0604020202020204" pitchFamily="34" charset="0"/>
                        <a:sym typeface="Arial"/>
                      </a:endParaRPr>
                    </a:p>
                    <a:p>
                      <a:pPr rtl="1"/>
                      <a:endParaRPr lang="ar-SA" sz="1200" dirty="0"/>
                    </a:p>
                  </a:txBody>
                  <a:tcPr/>
                </a:tc>
                <a:extLst>
                  <a:ext uri="{0D108BD9-81ED-4DB2-BD59-A6C34878D82A}">
                    <a16:rowId xmlns:a16="http://schemas.microsoft.com/office/drawing/2014/main" val="2909928586"/>
                  </a:ext>
                </a:extLst>
              </a:tr>
            </a:tbl>
          </a:graphicData>
        </a:graphic>
      </p:graphicFrame>
      <p:pic>
        <p:nvPicPr>
          <p:cNvPr id="8" name="Picture 7">
            <a:extLst>
              <a:ext uri="{FF2B5EF4-FFF2-40B4-BE49-F238E27FC236}">
                <a16:creationId xmlns:a16="http://schemas.microsoft.com/office/drawing/2014/main" id="{10C92F6B-DFAC-4136-8902-F3A414B16704}"/>
              </a:ext>
            </a:extLst>
          </p:cNvPr>
          <p:cNvPicPr>
            <a:picLocks noChangeAspect="1"/>
          </p:cNvPicPr>
          <p:nvPr/>
        </p:nvPicPr>
        <p:blipFill rotWithShape="1">
          <a:blip r:embed="rId3"/>
          <a:srcRect l="2340" t="6275" r="3682" b="-1"/>
          <a:stretch/>
        </p:blipFill>
        <p:spPr bwMode="auto">
          <a:xfrm>
            <a:off x="4123781" y="1988264"/>
            <a:ext cx="1052830" cy="391160"/>
          </a:xfrm>
          <a:prstGeom prst="rect">
            <a:avLst/>
          </a:prstGeom>
          <a:ln>
            <a:noFill/>
          </a:ln>
          <a:extLst>
            <a:ext uri="{53640926-AAD7-44D8-BBD7-CCE9431645EC}">
              <a14:shadowObscured xmlns:a14="http://schemas.microsoft.com/office/drawing/2010/main"/>
            </a:ext>
          </a:extLst>
        </p:spPr>
      </p:pic>
      <p:pic>
        <p:nvPicPr>
          <p:cNvPr id="9" name="Picture 8">
            <a:extLst>
              <a:ext uri="{FF2B5EF4-FFF2-40B4-BE49-F238E27FC236}">
                <a16:creationId xmlns:a16="http://schemas.microsoft.com/office/drawing/2014/main" id="{6A0D6372-DA7E-3EB2-6113-797FBF966688}"/>
              </a:ext>
            </a:extLst>
          </p:cNvPr>
          <p:cNvPicPr>
            <a:picLocks noChangeAspect="1"/>
          </p:cNvPicPr>
          <p:nvPr/>
        </p:nvPicPr>
        <p:blipFill>
          <a:blip r:embed="rId4"/>
          <a:stretch>
            <a:fillRect/>
          </a:stretch>
        </p:blipFill>
        <p:spPr>
          <a:xfrm>
            <a:off x="4123781" y="2614952"/>
            <a:ext cx="1076325" cy="409575"/>
          </a:xfrm>
          <a:prstGeom prst="rect">
            <a:avLst/>
          </a:prstGeom>
        </p:spPr>
      </p:pic>
      <p:pic>
        <p:nvPicPr>
          <p:cNvPr id="10" name="Picture 9">
            <a:extLst>
              <a:ext uri="{FF2B5EF4-FFF2-40B4-BE49-F238E27FC236}">
                <a16:creationId xmlns:a16="http://schemas.microsoft.com/office/drawing/2014/main" id="{3B58D848-477B-26E8-B2F6-41184A1979C0}"/>
              </a:ext>
            </a:extLst>
          </p:cNvPr>
          <p:cNvPicPr>
            <a:picLocks noChangeAspect="1"/>
          </p:cNvPicPr>
          <p:nvPr/>
        </p:nvPicPr>
        <p:blipFill rotWithShape="1">
          <a:blip r:embed="rId5"/>
          <a:srcRect l="-1" r="2298" b="8046"/>
          <a:stretch/>
        </p:blipFill>
        <p:spPr bwMode="auto">
          <a:xfrm>
            <a:off x="4149181" y="3265480"/>
            <a:ext cx="1050925" cy="367665"/>
          </a:xfrm>
          <a:prstGeom prst="rect">
            <a:avLst/>
          </a:prstGeom>
          <a:ln>
            <a:noFill/>
          </a:ln>
          <a:extLst>
            <a:ext uri="{53640926-AAD7-44D8-BBD7-CCE9431645EC}">
              <a14:shadowObscured xmlns:a14="http://schemas.microsoft.com/office/drawing/2010/main"/>
            </a:ext>
          </a:extLst>
        </p:spPr>
      </p:pic>
      <p:pic>
        <p:nvPicPr>
          <p:cNvPr id="11" name="Picture 10">
            <a:extLst>
              <a:ext uri="{FF2B5EF4-FFF2-40B4-BE49-F238E27FC236}">
                <a16:creationId xmlns:a16="http://schemas.microsoft.com/office/drawing/2014/main" id="{08485AE3-A80B-F0AA-034B-8C19FD87C418}"/>
              </a:ext>
            </a:extLst>
          </p:cNvPr>
          <p:cNvPicPr>
            <a:picLocks noChangeAspect="1"/>
          </p:cNvPicPr>
          <p:nvPr/>
        </p:nvPicPr>
        <p:blipFill rotWithShape="1">
          <a:blip r:embed="rId6"/>
          <a:srcRect t="4388" r="3070" b="-1"/>
          <a:stretch/>
        </p:blipFill>
        <p:spPr bwMode="auto">
          <a:xfrm>
            <a:off x="4138068" y="3891008"/>
            <a:ext cx="1024255" cy="400685"/>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3315888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530">
          <a:extLst>
            <a:ext uri="{FF2B5EF4-FFF2-40B4-BE49-F238E27FC236}">
              <a16:creationId xmlns:a16="http://schemas.microsoft.com/office/drawing/2014/main" id="{D53440C1-0088-9842-A958-60AC091AFFD3}"/>
            </a:ext>
          </a:extLst>
        </p:cNvPr>
        <p:cNvGrpSpPr/>
        <p:nvPr/>
      </p:nvGrpSpPr>
      <p:grpSpPr>
        <a:xfrm>
          <a:off x="0" y="0"/>
          <a:ext cx="0" cy="0"/>
          <a:chOff x="0" y="0"/>
          <a:chExt cx="0" cy="0"/>
        </a:xfrm>
      </p:grpSpPr>
      <p:sp>
        <p:nvSpPr>
          <p:cNvPr id="1531" name="Google Shape;1531;p39">
            <a:extLst>
              <a:ext uri="{FF2B5EF4-FFF2-40B4-BE49-F238E27FC236}">
                <a16:creationId xmlns:a16="http://schemas.microsoft.com/office/drawing/2014/main" id="{B0BE6142-81A4-8FFA-1161-B8F1E9F05E30}"/>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algn="ctr" rtl="0" fontAlgn="base"/>
            <a:r>
              <a:rPr lang="en-US" sz="2400" b="1" dirty="0">
                <a:solidFill>
                  <a:schemeClr val="dk2"/>
                </a:solidFill>
                <a:latin typeface="IBM Plex Mono"/>
                <a:sym typeface="IBM Plex Mono"/>
              </a:rPr>
              <a:t>Project Implementation with output screenshots </a:t>
            </a:r>
            <a:br>
              <a:rPr lang="en-US" sz="2400" b="1" dirty="0">
                <a:solidFill>
                  <a:schemeClr val="dk2"/>
                </a:solidFill>
                <a:latin typeface="IBM Plex Mono"/>
                <a:sym typeface="IBM Plex Mono"/>
              </a:rPr>
            </a:br>
            <a:br>
              <a:rPr lang="en-US" sz="2400" b="1" dirty="0">
                <a:solidFill>
                  <a:schemeClr val="dk2"/>
                </a:solidFill>
                <a:latin typeface="IBM Plex Mono"/>
                <a:sym typeface="IBM Plex Mono"/>
              </a:rPr>
            </a:br>
            <a:endParaRPr lang="en-US" sz="2400" b="1" i="0" dirty="0">
              <a:solidFill>
                <a:schemeClr val="tx1">
                  <a:lumMod val="90000"/>
                  <a:lumOff val="10000"/>
                </a:schemeClr>
              </a:solidFill>
              <a:effectLst/>
              <a:latin typeface="Segoe UI" panose="020B0502040204020203" pitchFamily="34" charset="0"/>
            </a:endParaRPr>
          </a:p>
        </p:txBody>
      </p:sp>
      <p:grpSp>
        <p:nvGrpSpPr>
          <p:cNvPr id="1534" name="Google Shape;1534;p39">
            <a:extLst>
              <a:ext uri="{FF2B5EF4-FFF2-40B4-BE49-F238E27FC236}">
                <a16:creationId xmlns:a16="http://schemas.microsoft.com/office/drawing/2014/main" id="{F2529316-EB52-6138-C5CA-A98D3989E3F9}"/>
              </a:ext>
            </a:extLst>
          </p:cNvPr>
          <p:cNvGrpSpPr/>
          <p:nvPr/>
        </p:nvGrpSpPr>
        <p:grpSpPr>
          <a:xfrm>
            <a:off x="-123925" y="4132283"/>
            <a:ext cx="4558967" cy="1141122"/>
            <a:chOff x="-123925" y="4132283"/>
            <a:chExt cx="4558967" cy="1141122"/>
          </a:xfrm>
        </p:grpSpPr>
        <p:grpSp>
          <p:nvGrpSpPr>
            <p:cNvPr id="1535" name="Google Shape;1535;p39">
              <a:extLst>
                <a:ext uri="{FF2B5EF4-FFF2-40B4-BE49-F238E27FC236}">
                  <a16:creationId xmlns:a16="http://schemas.microsoft.com/office/drawing/2014/main" id="{0B8499A7-5446-A238-00DF-73A0DF29AEF6}"/>
                </a:ext>
              </a:extLst>
            </p:cNvPr>
            <p:cNvGrpSpPr/>
            <p:nvPr/>
          </p:nvGrpSpPr>
          <p:grpSpPr>
            <a:xfrm>
              <a:off x="-2" y="4132283"/>
              <a:ext cx="2308406" cy="1141122"/>
              <a:chOff x="-2" y="4132283"/>
              <a:chExt cx="2308406" cy="1141122"/>
            </a:xfrm>
          </p:grpSpPr>
          <p:sp>
            <p:nvSpPr>
              <p:cNvPr id="1536" name="Google Shape;1536;p39">
                <a:extLst>
                  <a:ext uri="{FF2B5EF4-FFF2-40B4-BE49-F238E27FC236}">
                    <a16:creationId xmlns:a16="http://schemas.microsoft.com/office/drawing/2014/main" id="{658A5370-DA78-5E08-5AAF-DF39DD52DE75}"/>
                  </a:ext>
                </a:extLst>
              </p:cNvPr>
              <p:cNvSpPr/>
              <p:nvPr/>
            </p:nvSpPr>
            <p:spPr>
              <a:xfrm rot="5400000">
                <a:off x="663005" y="3628622"/>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1537;p39">
                <a:extLst>
                  <a:ext uri="{FF2B5EF4-FFF2-40B4-BE49-F238E27FC236}">
                    <a16:creationId xmlns:a16="http://schemas.microsoft.com/office/drawing/2014/main" id="{8E40B182-26AF-7F9E-5663-E6CCC900F220}"/>
                  </a:ext>
                </a:extLst>
              </p:cNvPr>
              <p:cNvSpPr/>
              <p:nvPr/>
            </p:nvSpPr>
            <p:spPr>
              <a:xfrm rot="5400000">
                <a:off x="663620" y="3469276"/>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8" name="Google Shape;1538;p39">
              <a:extLst>
                <a:ext uri="{FF2B5EF4-FFF2-40B4-BE49-F238E27FC236}">
                  <a16:creationId xmlns:a16="http://schemas.microsoft.com/office/drawing/2014/main" id="{8DFDED86-918E-77EA-A6C4-DD1332C13FF2}"/>
                </a:ext>
              </a:extLst>
            </p:cNvPr>
            <p:cNvGrpSpPr/>
            <p:nvPr/>
          </p:nvGrpSpPr>
          <p:grpSpPr>
            <a:xfrm>
              <a:off x="-123925" y="4386226"/>
              <a:ext cx="4558967" cy="134100"/>
              <a:chOff x="796100" y="3019701"/>
              <a:chExt cx="4558967" cy="134100"/>
            </a:xfrm>
          </p:grpSpPr>
          <p:sp>
            <p:nvSpPr>
              <p:cNvPr id="1539" name="Google Shape;1539;p39">
                <a:extLst>
                  <a:ext uri="{FF2B5EF4-FFF2-40B4-BE49-F238E27FC236}">
                    <a16:creationId xmlns:a16="http://schemas.microsoft.com/office/drawing/2014/main" id="{407C97AA-8886-FA3A-0CAA-5A7296D72640}"/>
                  </a:ext>
                </a:extLst>
              </p:cNvPr>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540" name="Google Shape;1540;p39">
                <a:extLst>
                  <a:ext uri="{FF2B5EF4-FFF2-40B4-BE49-F238E27FC236}">
                    <a16:creationId xmlns:a16="http://schemas.microsoft.com/office/drawing/2014/main" id="{F24B17A8-5CCF-EF17-4A80-865A71342636}"/>
                  </a:ext>
                </a:extLst>
              </p:cNvPr>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541" name="Google Shape;1541;p39">
                <a:extLst>
                  <a:ext uri="{FF2B5EF4-FFF2-40B4-BE49-F238E27FC236}">
                    <a16:creationId xmlns:a16="http://schemas.microsoft.com/office/drawing/2014/main" id="{968E5B4B-8B8F-951F-8C9B-4CB2E4B2546E}"/>
                  </a:ext>
                </a:extLst>
              </p:cNvPr>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aphicFrame>
        <p:nvGraphicFramePr>
          <p:cNvPr id="2" name="Table 1">
            <a:extLst>
              <a:ext uri="{FF2B5EF4-FFF2-40B4-BE49-F238E27FC236}">
                <a16:creationId xmlns:a16="http://schemas.microsoft.com/office/drawing/2014/main" id="{51C3610A-3D08-C07D-55A8-04804DC525A5}"/>
              </a:ext>
            </a:extLst>
          </p:cNvPr>
          <p:cNvGraphicFramePr>
            <a:graphicFrameLocks noGrp="1"/>
          </p:cNvGraphicFramePr>
          <p:nvPr>
            <p:extLst>
              <p:ext uri="{D42A27DB-BD31-4B8C-83A1-F6EECF244321}">
                <p14:modId xmlns:p14="http://schemas.microsoft.com/office/powerpoint/2010/main" val="1269369566"/>
              </p:ext>
            </p:extLst>
          </p:nvPr>
        </p:nvGraphicFramePr>
        <p:xfrm>
          <a:off x="1817350" y="1368825"/>
          <a:ext cx="5665692" cy="1800352"/>
        </p:xfrm>
        <a:graphic>
          <a:graphicData uri="http://schemas.openxmlformats.org/drawingml/2006/table">
            <a:tbl>
              <a:tblPr rtl="1" firstRow="1" bandRow="1">
                <a:tableStyleId>{21E4AEA4-8DFA-4A89-87EB-49C32662AFE0}</a:tableStyleId>
              </a:tblPr>
              <a:tblGrid>
                <a:gridCol w="1888564">
                  <a:extLst>
                    <a:ext uri="{9D8B030D-6E8A-4147-A177-3AD203B41FA5}">
                      <a16:colId xmlns:a16="http://schemas.microsoft.com/office/drawing/2014/main" val="2530759511"/>
                    </a:ext>
                  </a:extLst>
                </a:gridCol>
                <a:gridCol w="1888564">
                  <a:extLst>
                    <a:ext uri="{9D8B030D-6E8A-4147-A177-3AD203B41FA5}">
                      <a16:colId xmlns:a16="http://schemas.microsoft.com/office/drawing/2014/main" val="4277969677"/>
                    </a:ext>
                  </a:extLst>
                </a:gridCol>
                <a:gridCol w="1888564">
                  <a:extLst>
                    <a:ext uri="{9D8B030D-6E8A-4147-A177-3AD203B41FA5}">
                      <a16:colId xmlns:a16="http://schemas.microsoft.com/office/drawing/2014/main" val="2533486590"/>
                    </a:ext>
                  </a:extLst>
                </a:gridCol>
              </a:tblGrid>
              <a:tr h="247195">
                <a:tc gridSpan="3">
                  <a:txBody>
                    <a:bodyPr/>
                    <a:lstStyle/>
                    <a:p>
                      <a:pPr algn="ctr" rtl="1"/>
                      <a:r>
                        <a:rPr lang="en-US" sz="1200" b="0" dirty="0">
                          <a:latin typeface="IBM Plex Mono Medium" panose="020B0609050203000203" pitchFamily="49" charset="0"/>
                        </a:rPr>
                        <a:t>sort</a:t>
                      </a:r>
                      <a:endParaRPr lang="ar-SA" sz="1200" b="0" i="0" u="none" strike="noStrike" kern="1200" cap="none" dirty="0">
                        <a:solidFill>
                          <a:schemeClr val="tx1">
                            <a:lumMod val="95000"/>
                            <a:lumOff val="5000"/>
                          </a:schemeClr>
                        </a:solidFill>
                        <a:latin typeface="IBM Plex Mono Medium" panose="020B0609050203000203" pitchFamily="49" charset="0"/>
                        <a:ea typeface="+mn-ea"/>
                        <a:cs typeface="+mn-cs"/>
                        <a:sym typeface="Arial"/>
                      </a:endParaRPr>
                    </a:p>
                  </a:txBody>
                  <a:tcPr/>
                </a:tc>
                <a:tc hMerge="1">
                  <a:txBody>
                    <a:bodyPr/>
                    <a:lstStyle/>
                    <a:p>
                      <a:pPr rtl="1"/>
                      <a:endParaRPr lang="ar-SA" dirty="0"/>
                    </a:p>
                  </a:txBody>
                  <a:tcPr/>
                </a:tc>
                <a:tc hMerge="1">
                  <a:txBody>
                    <a:bodyPr/>
                    <a:lstStyle/>
                    <a:p>
                      <a:pPr rtl="1"/>
                      <a:endParaRPr lang="ar-SA" dirty="0"/>
                    </a:p>
                  </a:txBody>
                  <a:tcPr/>
                </a:tc>
                <a:extLst>
                  <a:ext uri="{0D108BD9-81ED-4DB2-BD59-A6C34878D82A}">
                    <a16:rowId xmlns:a16="http://schemas.microsoft.com/office/drawing/2014/main" val="3862782652"/>
                  </a:ext>
                </a:extLst>
              </a:tr>
              <a:tr h="247195">
                <a:tc>
                  <a:txBody>
                    <a:bodyPr/>
                    <a:lstStyle/>
                    <a:p>
                      <a:pPr algn="ctr" rtl="1"/>
                      <a:r>
                        <a:rPr lang="en-US" sz="1200" b="0" i="0" u="none" strike="noStrike" kern="1200" cap="none" dirty="0">
                          <a:solidFill>
                            <a:schemeClr val="tx1">
                              <a:lumMod val="95000"/>
                              <a:lumOff val="5000"/>
                            </a:schemeClr>
                          </a:solidFill>
                          <a:latin typeface="IBM Plex Mono Medium" panose="020B0609050203000203" pitchFamily="49" charset="0"/>
                          <a:ea typeface="+mn-ea"/>
                          <a:cs typeface="+mn-cs"/>
                          <a:sym typeface="Arial"/>
                        </a:rPr>
                        <a:t>dec</a:t>
                      </a:r>
                      <a:endParaRPr lang="ar-SA" sz="1200" b="0" i="0" u="none" strike="noStrike" kern="1200" cap="none" dirty="0">
                        <a:solidFill>
                          <a:schemeClr val="tx1">
                            <a:lumMod val="95000"/>
                            <a:lumOff val="5000"/>
                          </a:schemeClr>
                        </a:solidFill>
                        <a:latin typeface="IBM Plex Mono Medium" panose="020B0609050203000203" pitchFamily="49" charset="0"/>
                        <a:ea typeface="+mn-ea"/>
                        <a:cs typeface="+mn-cs"/>
                        <a:sym typeface="Arial"/>
                      </a:endParaRPr>
                    </a:p>
                  </a:txBody>
                  <a:tcPr/>
                </a:tc>
                <a:tc>
                  <a:txBody>
                    <a:bodyPr/>
                    <a:lstStyle/>
                    <a:p>
                      <a:pPr algn="ctr" rtl="1"/>
                      <a:r>
                        <a:rPr lang="en-US" sz="1200" b="0" i="0" u="none" strike="noStrike" kern="1200" cap="none" dirty="0">
                          <a:solidFill>
                            <a:schemeClr val="tx1">
                              <a:lumMod val="95000"/>
                              <a:lumOff val="5000"/>
                            </a:schemeClr>
                          </a:solidFill>
                          <a:latin typeface="IBM Plex Mono Medium" panose="020B0609050203000203" pitchFamily="49" charset="0"/>
                          <a:ea typeface="+mn-ea"/>
                          <a:cs typeface="+mn-cs"/>
                          <a:sym typeface="Arial"/>
                        </a:rPr>
                        <a:t>hex</a:t>
                      </a:r>
                      <a:endParaRPr lang="ar-SA" sz="1200" b="0" i="0" u="none" strike="noStrike" kern="1200" cap="none" dirty="0">
                        <a:solidFill>
                          <a:schemeClr val="tx1">
                            <a:lumMod val="95000"/>
                            <a:lumOff val="5000"/>
                          </a:schemeClr>
                        </a:solidFill>
                        <a:latin typeface="IBM Plex Mono Medium" panose="020B0609050203000203" pitchFamily="49" charset="0"/>
                        <a:ea typeface="+mn-ea"/>
                        <a:cs typeface="+mn-cs"/>
                        <a:sym typeface="Arial"/>
                      </a:endParaRPr>
                    </a:p>
                  </a:txBody>
                  <a:tcPr/>
                </a:tc>
                <a:tc>
                  <a:txBody>
                    <a:bodyPr/>
                    <a:lstStyle/>
                    <a:p>
                      <a:pPr algn="ctr" rtl="1"/>
                      <a:endParaRPr lang="ar-SA" sz="1200" b="0" i="0" u="none" strike="noStrike" kern="1200" cap="none" dirty="0">
                        <a:solidFill>
                          <a:schemeClr val="tx1">
                            <a:lumMod val="95000"/>
                            <a:lumOff val="5000"/>
                          </a:schemeClr>
                        </a:solidFill>
                        <a:latin typeface="IBM Plex Mono Medium" panose="020B0609050203000203" pitchFamily="49" charset="0"/>
                        <a:ea typeface="+mn-ea"/>
                        <a:cs typeface="+mn-cs"/>
                        <a:sym typeface="Arial"/>
                      </a:endParaRPr>
                    </a:p>
                  </a:txBody>
                  <a:tcPr/>
                </a:tc>
                <a:extLst>
                  <a:ext uri="{0D108BD9-81ED-4DB2-BD59-A6C34878D82A}">
                    <a16:rowId xmlns:a16="http://schemas.microsoft.com/office/drawing/2014/main" val="1027562049"/>
                  </a:ext>
                </a:extLst>
              </a:tr>
              <a:tr h="352523">
                <a:tc>
                  <a:txBody>
                    <a:bodyPr/>
                    <a:lstStyle/>
                    <a:p>
                      <a:pPr algn="ctr" rtl="1"/>
                      <a:r>
                        <a:rPr lang="en-US" sz="1200" dirty="0"/>
                        <a:t>1</a:t>
                      </a:r>
                      <a:endParaRPr lang="ar-SA" sz="1200" dirty="0"/>
                    </a:p>
                  </a:txBody>
                  <a:tcPr/>
                </a:tc>
                <a:tc>
                  <a:txBody>
                    <a:bodyPr/>
                    <a:lstStyle/>
                    <a:p>
                      <a:pPr rtl="1"/>
                      <a:endParaRPr lang="en-US" sz="1200" dirty="0"/>
                    </a:p>
                    <a:p>
                      <a:pPr rtl="1"/>
                      <a:endParaRPr lang="en-US" sz="1200" dirty="0"/>
                    </a:p>
                    <a:p>
                      <a:pPr rtl="1"/>
                      <a:endParaRPr lang="ar-SA" sz="1200" dirty="0"/>
                    </a:p>
                  </a:txBody>
                  <a:tcPr/>
                </a:tc>
                <a:tc>
                  <a:txBody>
                    <a:bodyPr/>
                    <a:lstStyle/>
                    <a:p>
                      <a:pPr algn="ctr" rtl="1">
                        <a:lnSpc>
                          <a:spcPct val="115000"/>
                        </a:lnSpc>
                        <a:spcAft>
                          <a:spcPts val="1000"/>
                        </a:spcAft>
                      </a:pPr>
                      <a:r>
                        <a:rPr kumimoji="0" lang="en-US" sz="1200" b="0" i="0" u="none" strike="noStrike" kern="1200" cap="none" spc="0" normalizeH="0" baseline="0" noProof="0" dirty="0">
                          <a:ln>
                            <a:noFill/>
                          </a:ln>
                          <a:solidFill>
                            <a:srgbClr val="1D1D1D">
                              <a:lumMod val="95000"/>
                              <a:lumOff val="5000"/>
                            </a:srgbClr>
                          </a:solidFill>
                          <a:effectLst/>
                          <a:uLnTx/>
                          <a:uFillTx/>
                          <a:latin typeface="IBM Plex Mono Medium" panose="020B0609050203000203" pitchFamily="49" charset="0"/>
                          <a:ea typeface="+mn-ea"/>
                          <a:cs typeface="+mn-cs"/>
                          <a:sym typeface="Arial"/>
                        </a:rPr>
                        <a:t>[sort+18]</a:t>
                      </a:r>
                      <a:endParaRPr lang="en-US" sz="12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972194686"/>
                  </a:ext>
                </a:extLst>
              </a:tr>
              <a:tr h="471597">
                <a:tc>
                  <a:txBody>
                    <a:bodyPr/>
                    <a:lstStyle/>
                    <a:p>
                      <a:pPr algn="ctr" rtl="1"/>
                      <a:r>
                        <a:rPr lang="en-US" sz="1200" dirty="0"/>
                        <a:t>0</a:t>
                      </a:r>
                      <a:endParaRPr lang="ar-SA" sz="1200" dirty="0"/>
                    </a:p>
                  </a:txBody>
                  <a:tcPr/>
                </a:tc>
                <a:tc>
                  <a:txBody>
                    <a:bodyPr/>
                    <a:lstStyle/>
                    <a:p>
                      <a:pPr rtl="1"/>
                      <a:endParaRPr lang="en-US" sz="1200" dirty="0"/>
                    </a:p>
                    <a:p>
                      <a:pPr rtl="1"/>
                      <a:endParaRPr lang="ar-SA" sz="1200" dirty="0"/>
                    </a:p>
                  </a:txBody>
                  <a:tcPr/>
                </a:tc>
                <a:tc>
                  <a:txBody>
                    <a:bodyPr/>
                    <a:lstStyle/>
                    <a:p>
                      <a:pPr marL="0" marR="0" lvl="0" indent="0" algn="ctr" defTabSz="914400" rtl="1" eaLnBrk="1" fontAlgn="auto" latinLnBrk="0" hangingPunct="1">
                        <a:lnSpc>
                          <a:spcPct val="115000"/>
                        </a:lnSpc>
                        <a:spcBef>
                          <a:spcPts val="0"/>
                        </a:spcBef>
                        <a:spcAft>
                          <a:spcPts val="1000"/>
                        </a:spcAft>
                        <a:buClr>
                          <a:srgbClr val="000000"/>
                        </a:buClr>
                        <a:buSzTx/>
                        <a:buFont typeface="Arial"/>
                        <a:buNone/>
                        <a:tabLst/>
                        <a:defRPr/>
                      </a:pPr>
                      <a:r>
                        <a:rPr kumimoji="0" lang="en-US" sz="1200" b="0" i="0" u="none" strike="noStrike" kern="1200" cap="none" spc="0" normalizeH="0" baseline="0" noProof="0" dirty="0">
                          <a:ln>
                            <a:noFill/>
                          </a:ln>
                          <a:solidFill>
                            <a:srgbClr val="1D1D1D">
                              <a:lumMod val="95000"/>
                              <a:lumOff val="5000"/>
                            </a:srgbClr>
                          </a:solidFill>
                          <a:effectLst/>
                          <a:uLnTx/>
                          <a:uFillTx/>
                          <a:latin typeface="IBM Plex Mono Medium" panose="020B0609050203000203" pitchFamily="49" charset="0"/>
                          <a:ea typeface="+mn-ea"/>
                          <a:cs typeface="+mn-cs"/>
                          <a:sym typeface="Arial"/>
                        </a:rPr>
                        <a:t>[sort+20]</a:t>
                      </a:r>
                      <a:endParaRPr kumimoji="0" lang="en-US" sz="1200" b="0" i="0" u="none" strike="noStrike" kern="0" cap="none" spc="0" normalizeH="0" baseline="0" noProof="0" dirty="0">
                        <a:ln>
                          <a:noFill/>
                        </a:ln>
                        <a:solidFill>
                          <a:srgbClr val="1D1D1D"/>
                        </a:solidFill>
                        <a:effectLst/>
                        <a:uLnTx/>
                        <a:uFillTx/>
                        <a:latin typeface="Calibri" panose="020F0502020204030204" pitchFamily="34" charset="0"/>
                        <a:ea typeface="Calibri" panose="020F0502020204030204" pitchFamily="34" charset="0"/>
                        <a:cs typeface="Arial" panose="020B0604020202020204" pitchFamily="34" charset="0"/>
                        <a:sym typeface="Arial"/>
                      </a:endParaRPr>
                    </a:p>
                    <a:p>
                      <a:pPr rtl="1"/>
                      <a:endParaRPr lang="ar-SA" sz="1200" dirty="0"/>
                    </a:p>
                  </a:txBody>
                  <a:tcPr/>
                </a:tc>
                <a:extLst>
                  <a:ext uri="{0D108BD9-81ED-4DB2-BD59-A6C34878D82A}">
                    <a16:rowId xmlns:a16="http://schemas.microsoft.com/office/drawing/2014/main" val="654820421"/>
                  </a:ext>
                </a:extLst>
              </a:tr>
            </a:tbl>
          </a:graphicData>
        </a:graphic>
      </p:graphicFrame>
      <p:pic>
        <p:nvPicPr>
          <p:cNvPr id="3" name="Picture 2">
            <a:extLst>
              <a:ext uri="{FF2B5EF4-FFF2-40B4-BE49-F238E27FC236}">
                <a16:creationId xmlns:a16="http://schemas.microsoft.com/office/drawing/2014/main" id="{5B80B5C3-2900-A785-2942-20C13140A53F}"/>
              </a:ext>
            </a:extLst>
          </p:cNvPr>
          <p:cNvPicPr>
            <a:picLocks noChangeAspect="1"/>
          </p:cNvPicPr>
          <p:nvPr/>
        </p:nvPicPr>
        <p:blipFill rotWithShape="1">
          <a:blip r:embed="rId3"/>
          <a:srcRect t="4492" r="4416"/>
          <a:stretch/>
        </p:blipFill>
        <p:spPr bwMode="auto">
          <a:xfrm>
            <a:off x="4131401" y="2039511"/>
            <a:ext cx="1037590" cy="390525"/>
          </a:xfrm>
          <a:prstGeom prst="rect">
            <a:avLst/>
          </a:prstGeom>
          <a:ln>
            <a:noFill/>
          </a:ln>
          <a:extLst>
            <a:ext uri="{53640926-AAD7-44D8-BBD7-CCE9431645EC}">
              <a14:shadowObscured xmlns:a14="http://schemas.microsoft.com/office/drawing/2010/main"/>
            </a:ext>
          </a:extLst>
        </p:spPr>
      </p:pic>
      <p:pic>
        <p:nvPicPr>
          <p:cNvPr id="4" name="Picture 3">
            <a:extLst>
              <a:ext uri="{FF2B5EF4-FFF2-40B4-BE49-F238E27FC236}">
                <a16:creationId xmlns:a16="http://schemas.microsoft.com/office/drawing/2014/main" id="{CD2A1D61-9E34-B054-EB35-B087606DB7F5}"/>
              </a:ext>
            </a:extLst>
          </p:cNvPr>
          <p:cNvPicPr>
            <a:picLocks noChangeAspect="1"/>
          </p:cNvPicPr>
          <p:nvPr/>
        </p:nvPicPr>
        <p:blipFill rotWithShape="1">
          <a:blip r:embed="rId4"/>
          <a:srcRect l="1870" r="3216" b="6323"/>
          <a:stretch/>
        </p:blipFill>
        <p:spPr bwMode="auto">
          <a:xfrm>
            <a:off x="4131401" y="2669832"/>
            <a:ext cx="1064895" cy="365125"/>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966180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483">
          <a:extLst>
            <a:ext uri="{FF2B5EF4-FFF2-40B4-BE49-F238E27FC236}">
              <a16:creationId xmlns:a16="http://schemas.microsoft.com/office/drawing/2014/main" id="{D0E438DA-4254-0DD5-0E7C-811D6269B9EA}"/>
            </a:ext>
          </a:extLst>
        </p:cNvPr>
        <p:cNvGrpSpPr/>
        <p:nvPr/>
      </p:nvGrpSpPr>
      <p:grpSpPr>
        <a:xfrm>
          <a:off x="0" y="0"/>
          <a:ext cx="0" cy="0"/>
          <a:chOff x="0" y="0"/>
          <a:chExt cx="0" cy="0"/>
        </a:xfrm>
      </p:grpSpPr>
      <p:grpSp>
        <p:nvGrpSpPr>
          <p:cNvPr id="1486" name="Google Shape;1486;p38">
            <a:extLst>
              <a:ext uri="{FF2B5EF4-FFF2-40B4-BE49-F238E27FC236}">
                <a16:creationId xmlns:a16="http://schemas.microsoft.com/office/drawing/2014/main" id="{5BE9A304-AF8D-34ED-B636-D19A1D3BA296}"/>
              </a:ext>
            </a:extLst>
          </p:cNvPr>
          <p:cNvGrpSpPr/>
          <p:nvPr/>
        </p:nvGrpSpPr>
        <p:grpSpPr>
          <a:xfrm>
            <a:off x="-374387" y="3354325"/>
            <a:ext cx="3922590" cy="2969900"/>
            <a:chOff x="-374387" y="3354325"/>
            <a:chExt cx="3922590" cy="2969900"/>
          </a:xfrm>
        </p:grpSpPr>
        <p:pic>
          <p:nvPicPr>
            <p:cNvPr id="1487" name="Google Shape;1487;p38">
              <a:extLst>
                <a:ext uri="{FF2B5EF4-FFF2-40B4-BE49-F238E27FC236}">
                  <a16:creationId xmlns:a16="http://schemas.microsoft.com/office/drawing/2014/main" id="{F089B105-8598-EC06-E881-5F04904D68FF}"/>
                </a:ext>
              </a:extLst>
            </p:cNvPr>
            <p:cNvPicPr preferRelativeResize="0"/>
            <p:nvPr/>
          </p:nvPicPr>
          <p:blipFill rotWithShape="1">
            <a:blip r:embed="rId3">
              <a:alphaModFix/>
            </a:blip>
            <a:srcRect l="16960" t="24718" r="7121" b="26177"/>
            <a:stretch/>
          </p:blipFill>
          <p:spPr>
            <a:xfrm>
              <a:off x="-374387" y="3354325"/>
              <a:ext cx="3891276" cy="2969900"/>
            </a:xfrm>
            <a:prstGeom prst="rect">
              <a:avLst/>
            </a:prstGeom>
            <a:noFill/>
            <a:ln>
              <a:noFill/>
            </a:ln>
          </p:spPr>
        </p:pic>
        <p:grpSp>
          <p:nvGrpSpPr>
            <p:cNvPr id="1488" name="Google Shape;1488;p38">
              <a:extLst>
                <a:ext uri="{FF2B5EF4-FFF2-40B4-BE49-F238E27FC236}">
                  <a16:creationId xmlns:a16="http://schemas.microsoft.com/office/drawing/2014/main" id="{689FBDF4-BF13-0557-DACC-63F0427C5902}"/>
                </a:ext>
              </a:extLst>
            </p:cNvPr>
            <p:cNvGrpSpPr/>
            <p:nvPr/>
          </p:nvGrpSpPr>
          <p:grpSpPr>
            <a:xfrm>
              <a:off x="1853583" y="4445557"/>
              <a:ext cx="1694620" cy="1360169"/>
              <a:chOff x="7945225" y="4302000"/>
              <a:chExt cx="904666" cy="726121"/>
            </a:xfrm>
          </p:grpSpPr>
          <p:sp>
            <p:nvSpPr>
              <p:cNvPr id="1489" name="Google Shape;1489;p38">
                <a:extLst>
                  <a:ext uri="{FF2B5EF4-FFF2-40B4-BE49-F238E27FC236}">
                    <a16:creationId xmlns:a16="http://schemas.microsoft.com/office/drawing/2014/main" id="{B8457031-21F0-4DD2-A15F-B070997D3BEC}"/>
                  </a:ext>
                </a:extLst>
              </p:cNvPr>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38">
                <a:extLst>
                  <a:ext uri="{FF2B5EF4-FFF2-40B4-BE49-F238E27FC236}">
                    <a16:creationId xmlns:a16="http://schemas.microsoft.com/office/drawing/2014/main" id="{984D0476-2228-9907-54A2-1868F930635F}"/>
                  </a:ext>
                </a:extLst>
              </p:cNvPr>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1" name="Google Shape;1491;p38">
                <a:extLst>
                  <a:ext uri="{FF2B5EF4-FFF2-40B4-BE49-F238E27FC236}">
                    <a16:creationId xmlns:a16="http://schemas.microsoft.com/office/drawing/2014/main" id="{8922A294-C43A-4552-A93D-9A8B143EDED1}"/>
                  </a:ext>
                </a:extLst>
              </p:cNvPr>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493" name="Google Shape;1493;p38">
            <a:extLst>
              <a:ext uri="{FF2B5EF4-FFF2-40B4-BE49-F238E27FC236}">
                <a16:creationId xmlns:a16="http://schemas.microsoft.com/office/drawing/2014/main" id="{B73B6711-FD56-E43F-3725-3DE5F4B86C7C}"/>
              </a:ext>
            </a:extLst>
          </p:cNvPr>
          <p:cNvGrpSpPr/>
          <p:nvPr/>
        </p:nvGrpSpPr>
        <p:grpSpPr>
          <a:xfrm>
            <a:off x="6487513" y="-1301175"/>
            <a:ext cx="4268216" cy="6666030"/>
            <a:chOff x="6128138" y="-1301175"/>
            <a:chExt cx="4268216" cy="6666030"/>
          </a:xfrm>
        </p:grpSpPr>
        <p:sp>
          <p:nvSpPr>
            <p:cNvPr id="1494" name="Google Shape;1494;p38">
              <a:extLst>
                <a:ext uri="{FF2B5EF4-FFF2-40B4-BE49-F238E27FC236}">
                  <a16:creationId xmlns:a16="http://schemas.microsoft.com/office/drawing/2014/main" id="{430B6F32-B15A-BB08-B0EF-0451F6D44DE5}"/>
                </a:ext>
              </a:extLst>
            </p:cNvPr>
            <p:cNvSpPr/>
            <p:nvPr/>
          </p:nvSpPr>
          <p:spPr>
            <a:xfrm>
              <a:off x="6368175" y="103161"/>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1495;p38">
              <a:extLst>
                <a:ext uri="{FF2B5EF4-FFF2-40B4-BE49-F238E27FC236}">
                  <a16:creationId xmlns:a16="http://schemas.microsoft.com/office/drawing/2014/main" id="{F2C18B29-98E9-FC36-FFE6-96F7266F0D5F}"/>
                </a:ext>
              </a:extLst>
            </p:cNvPr>
            <p:cNvSpPr/>
            <p:nvPr/>
          </p:nvSpPr>
          <p:spPr>
            <a:xfrm>
              <a:off x="6711143" y="81300"/>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6" name="Google Shape;1496;p38">
              <a:extLst>
                <a:ext uri="{FF2B5EF4-FFF2-40B4-BE49-F238E27FC236}">
                  <a16:creationId xmlns:a16="http://schemas.microsoft.com/office/drawing/2014/main" id="{B7DBD1A4-9D33-C616-2D8D-4077AC8BEDD8}"/>
                </a:ext>
              </a:extLst>
            </p:cNvPr>
            <p:cNvSpPr/>
            <p:nvPr/>
          </p:nvSpPr>
          <p:spPr>
            <a:xfrm>
              <a:off x="7243039" y="245650"/>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7" name="Google Shape;1497;p38">
              <a:extLst>
                <a:ext uri="{FF2B5EF4-FFF2-40B4-BE49-F238E27FC236}">
                  <a16:creationId xmlns:a16="http://schemas.microsoft.com/office/drawing/2014/main" id="{A70720AD-FFA0-2D2F-2940-96FF15B487EF}"/>
                </a:ext>
              </a:extLst>
            </p:cNvPr>
            <p:cNvSpPr/>
            <p:nvPr/>
          </p:nvSpPr>
          <p:spPr>
            <a:xfrm>
              <a:off x="6875804" y="622450"/>
              <a:ext cx="1860443" cy="4595326"/>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8" name="Google Shape;1498;p38">
              <a:extLst>
                <a:ext uri="{FF2B5EF4-FFF2-40B4-BE49-F238E27FC236}">
                  <a16:creationId xmlns:a16="http://schemas.microsoft.com/office/drawing/2014/main" id="{C5902C43-0A04-739A-5DC4-56823BD09F57}"/>
                </a:ext>
              </a:extLst>
            </p:cNvPr>
            <p:cNvSpPr/>
            <p:nvPr/>
          </p:nvSpPr>
          <p:spPr>
            <a:xfrm>
              <a:off x="6573850" y="621225"/>
              <a:ext cx="1860443" cy="4595326"/>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499" name="Google Shape;1499;p38">
              <a:extLst>
                <a:ext uri="{FF2B5EF4-FFF2-40B4-BE49-F238E27FC236}">
                  <a16:creationId xmlns:a16="http://schemas.microsoft.com/office/drawing/2014/main" id="{9B648BB9-DFF6-482F-C4F4-EE92DDC4A4F0}"/>
                </a:ext>
              </a:extLst>
            </p:cNvPr>
            <p:cNvPicPr preferRelativeResize="0"/>
            <p:nvPr/>
          </p:nvPicPr>
          <p:blipFill rotWithShape="1">
            <a:blip r:embed="rId3">
              <a:alphaModFix/>
            </a:blip>
            <a:srcRect l="16960" t="24718" r="7121" b="26177"/>
            <a:stretch/>
          </p:blipFill>
          <p:spPr>
            <a:xfrm>
              <a:off x="6128138" y="-1301175"/>
              <a:ext cx="4198516" cy="3204401"/>
            </a:xfrm>
            <a:prstGeom prst="rect">
              <a:avLst/>
            </a:prstGeom>
            <a:noFill/>
            <a:ln>
              <a:noFill/>
            </a:ln>
          </p:spPr>
        </p:pic>
        <p:grpSp>
          <p:nvGrpSpPr>
            <p:cNvPr id="1500" name="Google Shape;1500;p38">
              <a:extLst>
                <a:ext uri="{FF2B5EF4-FFF2-40B4-BE49-F238E27FC236}">
                  <a16:creationId xmlns:a16="http://schemas.microsoft.com/office/drawing/2014/main" id="{DA97128A-F3D8-CD22-58B0-FDD97F9842F4}"/>
                </a:ext>
              </a:extLst>
            </p:cNvPr>
            <p:cNvGrpSpPr/>
            <p:nvPr/>
          </p:nvGrpSpPr>
          <p:grpSpPr>
            <a:xfrm rot="5400000">
              <a:off x="7873341" y="4254316"/>
              <a:ext cx="708100" cy="708500"/>
              <a:chOff x="3678700" y="407275"/>
              <a:chExt cx="708100" cy="708500"/>
            </a:xfrm>
          </p:grpSpPr>
          <p:sp>
            <p:nvSpPr>
              <p:cNvPr id="1501" name="Google Shape;1501;p38">
                <a:extLst>
                  <a:ext uri="{FF2B5EF4-FFF2-40B4-BE49-F238E27FC236}">
                    <a16:creationId xmlns:a16="http://schemas.microsoft.com/office/drawing/2014/main" id="{24D16132-C267-9F0C-3DF9-0C9F64A6E411}"/>
                  </a:ext>
                </a:extLst>
              </p:cNvPr>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2" name="Google Shape;1502;p38">
                <a:extLst>
                  <a:ext uri="{FF2B5EF4-FFF2-40B4-BE49-F238E27FC236}">
                    <a16:creationId xmlns:a16="http://schemas.microsoft.com/office/drawing/2014/main" id="{E1233764-2CEB-1F51-F844-7F42D569E130}"/>
                  </a:ext>
                </a:extLst>
              </p:cNvPr>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3" name="Google Shape;1503;p38">
                <a:extLst>
                  <a:ext uri="{FF2B5EF4-FFF2-40B4-BE49-F238E27FC236}">
                    <a16:creationId xmlns:a16="http://schemas.microsoft.com/office/drawing/2014/main" id="{37B81D0A-2C3A-4BF8-444E-B0148A7903D8}"/>
                  </a:ext>
                </a:extLst>
              </p:cNvPr>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1504;p38">
                <a:extLst>
                  <a:ext uri="{FF2B5EF4-FFF2-40B4-BE49-F238E27FC236}">
                    <a16:creationId xmlns:a16="http://schemas.microsoft.com/office/drawing/2014/main" id="{3A2E4E7F-9358-28BE-4F43-2A34849AD752}"/>
                  </a:ext>
                </a:extLst>
              </p:cNvPr>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1505;p38">
                <a:extLst>
                  <a:ext uri="{FF2B5EF4-FFF2-40B4-BE49-F238E27FC236}">
                    <a16:creationId xmlns:a16="http://schemas.microsoft.com/office/drawing/2014/main" id="{B18363CF-34D4-FEA1-7074-5F1663A8DC73}"/>
                  </a:ext>
                </a:extLst>
              </p:cNvPr>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6" name="Google Shape;1506;p38">
                <a:extLst>
                  <a:ext uri="{FF2B5EF4-FFF2-40B4-BE49-F238E27FC236}">
                    <a16:creationId xmlns:a16="http://schemas.microsoft.com/office/drawing/2014/main" id="{8A3DAA1E-2F8F-CAEA-E67D-D7DA703A0694}"/>
                  </a:ext>
                </a:extLst>
              </p:cNvPr>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7" name="Google Shape;1507;p38">
                <a:extLst>
                  <a:ext uri="{FF2B5EF4-FFF2-40B4-BE49-F238E27FC236}">
                    <a16:creationId xmlns:a16="http://schemas.microsoft.com/office/drawing/2014/main" id="{66992ADC-3F5A-9E4F-B8FE-42D9B48021EC}"/>
                  </a:ext>
                </a:extLst>
              </p:cNvPr>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08" name="Google Shape;1508;p38">
              <a:extLst>
                <a:ext uri="{FF2B5EF4-FFF2-40B4-BE49-F238E27FC236}">
                  <a16:creationId xmlns:a16="http://schemas.microsoft.com/office/drawing/2014/main" id="{EAD3C551-FD31-C9DD-5FE0-A207370BF001}"/>
                </a:ext>
              </a:extLst>
            </p:cNvPr>
            <p:cNvGrpSpPr/>
            <p:nvPr/>
          </p:nvGrpSpPr>
          <p:grpSpPr>
            <a:xfrm rot="5400000">
              <a:off x="8639847" y="3354200"/>
              <a:ext cx="457787" cy="458045"/>
              <a:chOff x="3678700" y="407275"/>
              <a:chExt cx="708100" cy="708500"/>
            </a:xfrm>
          </p:grpSpPr>
          <p:sp>
            <p:nvSpPr>
              <p:cNvPr id="1509" name="Google Shape;1509;p38">
                <a:extLst>
                  <a:ext uri="{FF2B5EF4-FFF2-40B4-BE49-F238E27FC236}">
                    <a16:creationId xmlns:a16="http://schemas.microsoft.com/office/drawing/2014/main" id="{C954FC09-E2F4-97FF-8F15-21528AE7A24B}"/>
                  </a:ext>
                </a:extLst>
              </p:cNvPr>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0" name="Google Shape;1510;p38">
                <a:extLst>
                  <a:ext uri="{FF2B5EF4-FFF2-40B4-BE49-F238E27FC236}">
                    <a16:creationId xmlns:a16="http://schemas.microsoft.com/office/drawing/2014/main" id="{69453347-5297-098D-884A-B712EE33BCC7}"/>
                  </a:ext>
                </a:extLst>
              </p:cNvPr>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1" name="Google Shape;1511;p38">
                <a:extLst>
                  <a:ext uri="{FF2B5EF4-FFF2-40B4-BE49-F238E27FC236}">
                    <a16:creationId xmlns:a16="http://schemas.microsoft.com/office/drawing/2014/main" id="{DC831DCD-27E4-75AF-2A2D-4E53B74BB564}"/>
                  </a:ext>
                </a:extLst>
              </p:cNvPr>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2" name="Google Shape;1512;p38">
                <a:extLst>
                  <a:ext uri="{FF2B5EF4-FFF2-40B4-BE49-F238E27FC236}">
                    <a16:creationId xmlns:a16="http://schemas.microsoft.com/office/drawing/2014/main" id="{146AEA01-B6E2-0CBB-1CFA-2D2CEA04E0FA}"/>
                  </a:ext>
                </a:extLst>
              </p:cNvPr>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3" name="Google Shape;1513;p38">
                <a:extLst>
                  <a:ext uri="{FF2B5EF4-FFF2-40B4-BE49-F238E27FC236}">
                    <a16:creationId xmlns:a16="http://schemas.microsoft.com/office/drawing/2014/main" id="{027FCEA5-06C4-7830-6372-C00BBB3AFC1B}"/>
                  </a:ext>
                </a:extLst>
              </p:cNvPr>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4" name="Google Shape;1514;p38">
                <a:extLst>
                  <a:ext uri="{FF2B5EF4-FFF2-40B4-BE49-F238E27FC236}">
                    <a16:creationId xmlns:a16="http://schemas.microsoft.com/office/drawing/2014/main" id="{B2BADAFB-4C47-4527-82AC-1499CAC35BB9}"/>
                  </a:ext>
                </a:extLst>
              </p:cNvPr>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5" name="Google Shape;1515;p38">
                <a:extLst>
                  <a:ext uri="{FF2B5EF4-FFF2-40B4-BE49-F238E27FC236}">
                    <a16:creationId xmlns:a16="http://schemas.microsoft.com/office/drawing/2014/main" id="{D3FC0ED9-5141-F2D9-D37F-0F7D1A06DBF5}"/>
                  </a:ext>
                </a:extLst>
              </p:cNvPr>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16" name="Google Shape;1516;p38">
              <a:extLst>
                <a:ext uri="{FF2B5EF4-FFF2-40B4-BE49-F238E27FC236}">
                  <a16:creationId xmlns:a16="http://schemas.microsoft.com/office/drawing/2014/main" id="{24938DD9-887E-F13F-5196-FAA647B80722}"/>
                </a:ext>
              </a:extLst>
            </p:cNvPr>
            <p:cNvGrpSpPr/>
            <p:nvPr/>
          </p:nvGrpSpPr>
          <p:grpSpPr>
            <a:xfrm>
              <a:off x="7787267" y="539497"/>
              <a:ext cx="208184" cy="208184"/>
              <a:chOff x="8356813" y="1074288"/>
              <a:chExt cx="351900" cy="351900"/>
            </a:xfrm>
          </p:grpSpPr>
          <p:sp>
            <p:nvSpPr>
              <p:cNvPr id="1517" name="Google Shape;1517;p38">
                <a:extLst>
                  <a:ext uri="{FF2B5EF4-FFF2-40B4-BE49-F238E27FC236}">
                    <a16:creationId xmlns:a16="http://schemas.microsoft.com/office/drawing/2014/main" id="{E178819D-C252-5927-EE80-FCB140FF5F1E}"/>
                  </a:ext>
                </a:extLst>
              </p:cNvPr>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8" name="Google Shape;1518;p38">
                <a:extLst>
                  <a:ext uri="{FF2B5EF4-FFF2-40B4-BE49-F238E27FC236}">
                    <a16:creationId xmlns:a16="http://schemas.microsoft.com/office/drawing/2014/main" id="{29F2509D-25DA-BF27-4CDD-7C9E3A76BB3B}"/>
                  </a:ext>
                </a:extLst>
              </p:cNvPr>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19" name="Google Shape;1519;p38">
              <a:extLst>
                <a:ext uri="{FF2B5EF4-FFF2-40B4-BE49-F238E27FC236}">
                  <a16:creationId xmlns:a16="http://schemas.microsoft.com/office/drawing/2014/main" id="{B1907B0C-1C91-0F99-5064-C5F157F0A356}"/>
                </a:ext>
              </a:extLst>
            </p:cNvPr>
            <p:cNvGrpSpPr/>
            <p:nvPr/>
          </p:nvGrpSpPr>
          <p:grpSpPr>
            <a:xfrm>
              <a:off x="7194842" y="2467660"/>
              <a:ext cx="208184" cy="208184"/>
              <a:chOff x="8356813" y="1074288"/>
              <a:chExt cx="351900" cy="351900"/>
            </a:xfrm>
          </p:grpSpPr>
          <p:sp>
            <p:nvSpPr>
              <p:cNvPr id="1520" name="Google Shape;1520;p38">
                <a:extLst>
                  <a:ext uri="{FF2B5EF4-FFF2-40B4-BE49-F238E27FC236}">
                    <a16:creationId xmlns:a16="http://schemas.microsoft.com/office/drawing/2014/main" id="{4EA9529B-34D5-3133-D649-F3D60F243283}"/>
                  </a:ext>
                </a:extLst>
              </p:cNvPr>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1" name="Google Shape;1521;p38">
                <a:extLst>
                  <a:ext uri="{FF2B5EF4-FFF2-40B4-BE49-F238E27FC236}">
                    <a16:creationId xmlns:a16="http://schemas.microsoft.com/office/drawing/2014/main" id="{7BED25E3-F789-798C-9CAD-0ABC3B9F0463}"/>
                  </a:ext>
                </a:extLst>
              </p:cNvPr>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22" name="Google Shape;1522;p38">
              <a:extLst>
                <a:ext uri="{FF2B5EF4-FFF2-40B4-BE49-F238E27FC236}">
                  <a16:creationId xmlns:a16="http://schemas.microsoft.com/office/drawing/2014/main" id="{304BD3A6-377B-EC45-86D1-A1CCF93C4628}"/>
                </a:ext>
              </a:extLst>
            </p:cNvPr>
            <p:cNvSpPr/>
            <p:nvPr/>
          </p:nvSpPr>
          <p:spPr>
            <a:xfrm>
              <a:off x="7095150" y="4164050"/>
              <a:ext cx="147900" cy="147900"/>
            </a:xfrm>
            <a:prstGeom prst="ellipse">
              <a:avLst/>
            </a:pr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23" name="Google Shape;1523;p38">
            <a:extLst>
              <a:ext uri="{FF2B5EF4-FFF2-40B4-BE49-F238E27FC236}">
                <a16:creationId xmlns:a16="http://schemas.microsoft.com/office/drawing/2014/main" id="{9F3825E3-46B6-86E4-EDBE-04E936A2AD97}"/>
              </a:ext>
            </a:extLst>
          </p:cNvPr>
          <p:cNvGrpSpPr/>
          <p:nvPr/>
        </p:nvGrpSpPr>
        <p:grpSpPr>
          <a:xfrm>
            <a:off x="796100" y="3019701"/>
            <a:ext cx="4558967" cy="134100"/>
            <a:chOff x="796100" y="3019701"/>
            <a:chExt cx="4558967" cy="134100"/>
          </a:xfrm>
        </p:grpSpPr>
        <p:sp>
          <p:nvSpPr>
            <p:cNvPr id="1524" name="Google Shape;1524;p38">
              <a:extLst>
                <a:ext uri="{FF2B5EF4-FFF2-40B4-BE49-F238E27FC236}">
                  <a16:creationId xmlns:a16="http://schemas.microsoft.com/office/drawing/2014/main" id="{D55E5627-7458-A508-A842-702396C6594C}"/>
                </a:ext>
              </a:extLst>
            </p:cNvPr>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525" name="Google Shape;1525;p38">
              <a:extLst>
                <a:ext uri="{FF2B5EF4-FFF2-40B4-BE49-F238E27FC236}">
                  <a16:creationId xmlns:a16="http://schemas.microsoft.com/office/drawing/2014/main" id="{38C77A17-00C5-7BA9-FBAF-D51437BE96F4}"/>
                </a:ext>
              </a:extLst>
            </p:cNvPr>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526" name="Google Shape;1526;p38">
              <a:extLst>
                <a:ext uri="{FF2B5EF4-FFF2-40B4-BE49-F238E27FC236}">
                  <a16:creationId xmlns:a16="http://schemas.microsoft.com/office/drawing/2014/main" id="{84EC5456-F077-81BC-CAB9-CAAFE004195B}"/>
                </a:ext>
              </a:extLst>
            </p:cNvPr>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 name="TextBox 8">
            <a:extLst>
              <a:ext uri="{FF2B5EF4-FFF2-40B4-BE49-F238E27FC236}">
                <a16:creationId xmlns:a16="http://schemas.microsoft.com/office/drawing/2014/main" id="{F2C6AFEE-3381-4968-F3E7-E76F497CC245}"/>
              </a:ext>
            </a:extLst>
          </p:cNvPr>
          <p:cNvSpPr txBox="1"/>
          <p:nvPr/>
        </p:nvSpPr>
        <p:spPr>
          <a:xfrm>
            <a:off x="641312" y="2673189"/>
            <a:ext cx="5562600" cy="395108"/>
          </a:xfrm>
          <a:prstGeom prst="rect">
            <a:avLst/>
          </a:prstGeom>
          <a:noFill/>
        </p:spPr>
        <p:txBody>
          <a:bodyPr wrap="square">
            <a:spAutoFit/>
          </a:bodyPr>
          <a:lstStyle/>
          <a:p>
            <a:pPr algn="ctr" rtl="0" fontAlgn="base">
              <a:lnSpc>
                <a:spcPts val="2175"/>
              </a:lnSpc>
            </a:pPr>
            <a:r>
              <a:rPr lang="en-US" sz="2800" b="1" dirty="0">
                <a:solidFill>
                  <a:schemeClr val="dk2"/>
                </a:solidFill>
                <a:latin typeface="IBM Plex Mono"/>
                <a:sym typeface="IBM Plex Mono"/>
              </a:rPr>
              <a:t>Conclusion</a:t>
            </a:r>
            <a:r>
              <a:rPr lang="en-US" sz="1800" b="1" i="0" dirty="0">
                <a:solidFill>
                  <a:schemeClr val="tx1">
                    <a:lumMod val="90000"/>
                    <a:lumOff val="10000"/>
                  </a:schemeClr>
                </a:solidFill>
                <a:effectLst/>
                <a:latin typeface="Times New Roman" panose="02020603050405020304" pitchFamily="18" charset="0"/>
              </a:rPr>
              <a:t> </a:t>
            </a:r>
            <a:endParaRPr lang="en-US" b="1" i="0" dirty="0">
              <a:solidFill>
                <a:schemeClr val="tx1">
                  <a:lumMod val="90000"/>
                  <a:lumOff val="10000"/>
                </a:schemeClr>
              </a:solidFill>
              <a:effectLst/>
              <a:latin typeface="Segoe UI" panose="020B0502040204020203" pitchFamily="34" charset="0"/>
            </a:endParaRPr>
          </a:p>
        </p:txBody>
      </p:sp>
    </p:spTree>
    <p:extLst>
      <p:ext uri="{BB962C8B-B14F-4D97-AF65-F5344CB8AC3E}">
        <p14:creationId xmlns:p14="http://schemas.microsoft.com/office/powerpoint/2010/main" val="5568965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530">
          <a:extLst>
            <a:ext uri="{FF2B5EF4-FFF2-40B4-BE49-F238E27FC236}">
              <a16:creationId xmlns:a16="http://schemas.microsoft.com/office/drawing/2014/main" id="{F9A11581-B3C3-42A2-6683-D83C5FF28576}"/>
            </a:ext>
          </a:extLst>
        </p:cNvPr>
        <p:cNvGrpSpPr/>
        <p:nvPr/>
      </p:nvGrpSpPr>
      <p:grpSpPr>
        <a:xfrm>
          <a:off x="0" y="0"/>
          <a:ext cx="0" cy="0"/>
          <a:chOff x="0" y="0"/>
          <a:chExt cx="0" cy="0"/>
        </a:xfrm>
      </p:grpSpPr>
      <p:sp>
        <p:nvSpPr>
          <p:cNvPr id="1531" name="Google Shape;1531;p39">
            <a:extLst>
              <a:ext uri="{FF2B5EF4-FFF2-40B4-BE49-F238E27FC236}">
                <a16:creationId xmlns:a16="http://schemas.microsoft.com/office/drawing/2014/main" id="{0D9EB2E4-7A21-617C-1249-13C825F93911}"/>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2400" dirty="0"/>
              <a:t>Conclusion</a:t>
            </a:r>
            <a:endParaRPr sz="2400" dirty="0"/>
          </a:p>
        </p:txBody>
      </p:sp>
      <p:sp>
        <p:nvSpPr>
          <p:cNvPr id="1533" name="Google Shape;1533;p39">
            <a:extLst>
              <a:ext uri="{FF2B5EF4-FFF2-40B4-BE49-F238E27FC236}">
                <a16:creationId xmlns:a16="http://schemas.microsoft.com/office/drawing/2014/main" id="{3F0F3E45-B69F-50E5-1DD2-75103A89C09D}"/>
              </a:ext>
            </a:extLst>
          </p:cNvPr>
          <p:cNvSpPr txBox="1">
            <a:spLocks noGrp="1"/>
          </p:cNvSpPr>
          <p:nvPr>
            <p:ph type="subTitle" idx="2"/>
          </p:nvPr>
        </p:nvSpPr>
        <p:spPr>
          <a:xfrm>
            <a:off x="719994" y="1512413"/>
            <a:ext cx="3543000" cy="1830600"/>
          </a:xfrm>
          <a:prstGeom prst="rect">
            <a:avLst/>
          </a:prstGeom>
        </p:spPr>
        <p:txBody>
          <a:bodyPr spcFirstLastPara="1" wrap="square" lIns="91425" tIns="91425" rIns="91425" bIns="91425" anchor="t" anchorCtr="0">
            <a:noAutofit/>
          </a:bodyPr>
          <a:lstStyle/>
          <a:p>
            <a:pPr marL="0" indent="0"/>
            <a:r>
              <a:rPr lang="en-US" dirty="0"/>
              <a:t>The Assembly language program effectively demonstrates structured data manipulation through three tasks: separating even numbers, calculating their average, and sorting an array in descending order. </a:t>
            </a:r>
          </a:p>
          <a:p>
            <a:pPr marL="0" indent="0"/>
            <a:r>
              <a:rPr lang="en-US" dirty="0"/>
              <a:t>By using distinct subroutines for each operation, the program enhances modularity and readability.</a:t>
            </a:r>
          </a:p>
        </p:txBody>
      </p:sp>
      <p:grpSp>
        <p:nvGrpSpPr>
          <p:cNvPr id="1534" name="Google Shape;1534;p39">
            <a:extLst>
              <a:ext uri="{FF2B5EF4-FFF2-40B4-BE49-F238E27FC236}">
                <a16:creationId xmlns:a16="http://schemas.microsoft.com/office/drawing/2014/main" id="{EB4EE136-91A1-A0E4-46AA-F388B1583613}"/>
              </a:ext>
            </a:extLst>
          </p:cNvPr>
          <p:cNvGrpSpPr/>
          <p:nvPr/>
        </p:nvGrpSpPr>
        <p:grpSpPr>
          <a:xfrm>
            <a:off x="-123925" y="4132283"/>
            <a:ext cx="4558967" cy="1141122"/>
            <a:chOff x="-123925" y="4132283"/>
            <a:chExt cx="4558967" cy="1141122"/>
          </a:xfrm>
        </p:grpSpPr>
        <p:grpSp>
          <p:nvGrpSpPr>
            <p:cNvPr id="1535" name="Google Shape;1535;p39">
              <a:extLst>
                <a:ext uri="{FF2B5EF4-FFF2-40B4-BE49-F238E27FC236}">
                  <a16:creationId xmlns:a16="http://schemas.microsoft.com/office/drawing/2014/main" id="{13594746-B027-25F5-1CF9-1BA5607B5EBF}"/>
                </a:ext>
              </a:extLst>
            </p:cNvPr>
            <p:cNvGrpSpPr/>
            <p:nvPr/>
          </p:nvGrpSpPr>
          <p:grpSpPr>
            <a:xfrm>
              <a:off x="-2" y="4132283"/>
              <a:ext cx="2308406" cy="1141122"/>
              <a:chOff x="-2" y="4132283"/>
              <a:chExt cx="2308406" cy="1141122"/>
            </a:xfrm>
          </p:grpSpPr>
          <p:sp>
            <p:nvSpPr>
              <p:cNvPr id="1536" name="Google Shape;1536;p39">
                <a:extLst>
                  <a:ext uri="{FF2B5EF4-FFF2-40B4-BE49-F238E27FC236}">
                    <a16:creationId xmlns:a16="http://schemas.microsoft.com/office/drawing/2014/main" id="{B138F1EF-7CE7-ED9F-4CEA-9FDE6E742EDA}"/>
                  </a:ext>
                </a:extLst>
              </p:cNvPr>
              <p:cNvSpPr/>
              <p:nvPr/>
            </p:nvSpPr>
            <p:spPr>
              <a:xfrm rot="5400000">
                <a:off x="663005" y="3628622"/>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1537;p39">
                <a:extLst>
                  <a:ext uri="{FF2B5EF4-FFF2-40B4-BE49-F238E27FC236}">
                    <a16:creationId xmlns:a16="http://schemas.microsoft.com/office/drawing/2014/main" id="{3C7C88B7-E964-5515-DF84-9EB26FED2341}"/>
                  </a:ext>
                </a:extLst>
              </p:cNvPr>
              <p:cNvSpPr/>
              <p:nvPr/>
            </p:nvSpPr>
            <p:spPr>
              <a:xfrm rot="5400000">
                <a:off x="663620" y="3469276"/>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8" name="Google Shape;1538;p39">
              <a:extLst>
                <a:ext uri="{FF2B5EF4-FFF2-40B4-BE49-F238E27FC236}">
                  <a16:creationId xmlns:a16="http://schemas.microsoft.com/office/drawing/2014/main" id="{013F8151-172D-21E0-8B21-7A758C5F3CE8}"/>
                </a:ext>
              </a:extLst>
            </p:cNvPr>
            <p:cNvGrpSpPr/>
            <p:nvPr/>
          </p:nvGrpSpPr>
          <p:grpSpPr>
            <a:xfrm>
              <a:off x="-123925" y="4386226"/>
              <a:ext cx="4558967" cy="134100"/>
              <a:chOff x="796100" y="3019701"/>
              <a:chExt cx="4558967" cy="134100"/>
            </a:xfrm>
          </p:grpSpPr>
          <p:sp>
            <p:nvSpPr>
              <p:cNvPr id="1539" name="Google Shape;1539;p39">
                <a:extLst>
                  <a:ext uri="{FF2B5EF4-FFF2-40B4-BE49-F238E27FC236}">
                    <a16:creationId xmlns:a16="http://schemas.microsoft.com/office/drawing/2014/main" id="{ADE15CF8-B708-BBBA-6C01-95F62D43E259}"/>
                  </a:ext>
                </a:extLst>
              </p:cNvPr>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540" name="Google Shape;1540;p39">
                <a:extLst>
                  <a:ext uri="{FF2B5EF4-FFF2-40B4-BE49-F238E27FC236}">
                    <a16:creationId xmlns:a16="http://schemas.microsoft.com/office/drawing/2014/main" id="{9636098C-3D83-54CD-7B45-3181591FAEED}"/>
                  </a:ext>
                </a:extLst>
              </p:cNvPr>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541" name="Google Shape;1541;p39">
                <a:extLst>
                  <a:ext uri="{FF2B5EF4-FFF2-40B4-BE49-F238E27FC236}">
                    <a16:creationId xmlns:a16="http://schemas.microsoft.com/office/drawing/2014/main" id="{E97B77FB-677D-F2CE-5F4A-F65458907DB0}"/>
                  </a:ext>
                </a:extLst>
              </p:cNvPr>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 name="Subtitle 2">
            <a:extLst>
              <a:ext uri="{FF2B5EF4-FFF2-40B4-BE49-F238E27FC236}">
                <a16:creationId xmlns:a16="http://schemas.microsoft.com/office/drawing/2014/main" id="{8E2F0F65-F51E-AFAB-3397-BFB5CEB03ED8}"/>
              </a:ext>
            </a:extLst>
          </p:cNvPr>
          <p:cNvSpPr>
            <a:spLocks noGrp="1"/>
          </p:cNvSpPr>
          <p:nvPr>
            <p:ph type="subTitle" idx="1"/>
          </p:nvPr>
        </p:nvSpPr>
        <p:spPr>
          <a:xfrm>
            <a:off x="4881000" y="1512413"/>
            <a:ext cx="3543000" cy="1830600"/>
          </a:xfrm>
        </p:spPr>
        <p:txBody>
          <a:bodyPr/>
          <a:lstStyle/>
          <a:p>
            <a:r>
              <a:rPr lang="en-US" dirty="0"/>
              <a:t>      The implementation of stack management highlights efficient resource handling in Assembly language. Overall, this program serves as a valuable educational tool, illustrating key principles of low-level programming, including data manipulation and memory management, while reinforcing the importance of structured programming practices.</a:t>
            </a:r>
          </a:p>
          <a:p>
            <a:endParaRPr lang="en-US" dirty="0"/>
          </a:p>
          <a:p>
            <a:endParaRPr lang="ar-SA" dirty="0"/>
          </a:p>
        </p:txBody>
      </p:sp>
    </p:spTree>
    <p:extLst>
      <p:ext uri="{BB962C8B-B14F-4D97-AF65-F5344CB8AC3E}">
        <p14:creationId xmlns:p14="http://schemas.microsoft.com/office/powerpoint/2010/main" val="34055020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1310B8-B820-E345-7FE9-CE0DCFFBD116}"/>
              </a:ext>
            </a:extLst>
          </p:cNvPr>
          <p:cNvSpPr>
            <a:spLocks noGrp="1"/>
          </p:cNvSpPr>
          <p:nvPr>
            <p:ph type="ctrTitle"/>
          </p:nvPr>
        </p:nvSpPr>
        <p:spPr/>
        <p:txBody>
          <a:bodyPr/>
          <a:lstStyle/>
          <a:p>
            <a:r>
              <a:rPr lang="en-US" dirty="0"/>
              <a:t>Thanks!</a:t>
            </a:r>
            <a:endParaRPr lang="ar-SA" dirty="0"/>
          </a:p>
        </p:txBody>
      </p:sp>
    </p:spTree>
    <p:extLst>
      <p:ext uri="{BB962C8B-B14F-4D97-AF65-F5344CB8AC3E}">
        <p14:creationId xmlns:p14="http://schemas.microsoft.com/office/powerpoint/2010/main" val="11780067"/>
      </p:ext>
    </p:extLst>
  </p:cSld>
  <p:clrMapOvr>
    <a:masterClrMapping/>
  </p:clrMapOvr>
</p:sld>
</file>

<file path=ppt/theme/theme1.xml><?xml version="1.0" encoding="utf-8"?>
<a:theme xmlns:a="http://schemas.openxmlformats.org/drawingml/2006/main" name="Introduction to Coding Workshop by Slidesgo">
  <a:themeElements>
    <a:clrScheme name="Simple Light">
      <a:dk1>
        <a:srgbClr val="1D1D1D"/>
      </a:dk1>
      <a:lt1>
        <a:srgbClr val="F5F8FF"/>
      </a:lt1>
      <a:dk2>
        <a:srgbClr val="0C0A9E"/>
      </a:dk2>
      <a:lt2>
        <a:srgbClr val="EB9109"/>
      </a:lt2>
      <a:accent1>
        <a:srgbClr val="8208D5"/>
      </a:accent1>
      <a:accent2>
        <a:srgbClr val="BFBEF7"/>
      </a:accent2>
      <a:accent3>
        <a:srgbClr val="FFFFFF"/>
      </a:accent3>
      <a:accent4>
        <a:srgbClr val="FFFFFF"/>
      </a:accent4>
      <a:accent5>
        <a:srgbClr val="FFFFFF"/>
      </a:accent5>
      <a:accent6>
        <a:srgbClr val="FFFFFF"/>
      </a:accent6>
      <a:hlink>
        <a:srgbClr val="1D1D1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987</Words>
  <Application>Microsoft Office PowerPoint</Application>
  <PresentationFormat>On-screen Show (16:9)</PresentationFormat>
  <Paragraphs>241</Paragraphs>
  <Slides>25</Slides>
  <Notes>24</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25</vt:i4>
      </vt:variant>
    </vt:vector>
  </HeadingPairs>
  <TitlesOfParts>
    <vt:vector size="35" baseType="lpstr">
      <vt:lpstr>IBM Plex Mono Medium</vt:lpstr>
      <vt:lpstr>Source Code Pro</vt:lpstr>
      <vt:lpstr>Times New Roman</vt:lpstr>
      <vt:lpstr>Roboto Condensed Light</vt:lpstr>
      <vt:lpstr>Poppins</vt:lpstr>
      <vt:lpstr>IBM Plex Mono</vt:lpstr>
      <vt:lpstr>Segoe UI</vt:lpstr>
      <vt:lpstr>Calibri</vt:lpstr>
      <vt:lpstr>Arial</vt:lpstr>
      <vt:lpstr>Introduction to Coding Workshop by Slidesgo</vt:lpstr>
      <vt:lpstr>PowerPoint Presentation</vt:lpstr>
      <vt:lpstr>PowerPoint Presentation</vt:lpstr>
      <vt:lpstr>PowerPoint Presentation</vt:lpstr>
      <vt:lpstr>Introduction</vt:lpstr>
      <vt:lpstr>PowerPoint Presentation</vt:lpstr>
      <vt:lpstr>Problem Statement</vt:lpstr>
      <vt:lpstr>Problem Statement</vt:lpstr>
      <vt:lpstr>Problem Statement</vt:lpstr>
      <vt:lpstr>PowerPoint Presentation</vt:lpstr>
      <vt:lpstr>Project Implementation with output screenshots   </vt:lpstr>
      <vt:lpstr>Project Implementation with output screenshots   </vt:lpstr>
      <vt:lpstr>Project Implementation with output screenshots   </vt:lpstr>
      <vt:lpstr>Project Implementation with output screenshots   </vt:lpstr>
      <vt:lpstr>Project Implementation with output screenshots   </vt:lpstr>
      <vt:lpstr>Project Implementation with output screenshots   </vt:lpstr>
      <vt:lpstr>Project Implementation with output screenshots   </vt:lpstr>
      <vt:lpstr>Project Implementation with output screenshots   </vt:lpstr>
      <vt:lpstr>Project Implementation with output screenshots   </vt:lpstr>
      <vt:lpstr>Project Implementation with output screenshots   </vt:lpstr>
      <vt:lpstr>Project Implementation with output screenshots   </vt:lpstr>
      <vt:lpstr>Project Implementation with output screenshots   </vt:lpstr>
      <vt:lpstr>Project Implementation with output screenshots   </vt:lpstr>
      <vt:lpstr>PowerPoint Presentation</vt:lpstr>
      <vt:lpstr>Conclusion</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عاتكة حسين</dc:creator>
  <cp:lastModifiedBy>فاطمه ناصر بن علي البشر</cp:lastModifiedBy>
  <cp:revision>2</cp:revision>
  <dcterms:modified xsi:type="dcterms:W3CDTF">2024-12-08T13:52:53Z</dcterms:modified>
</cp:coreProperties>
</file>